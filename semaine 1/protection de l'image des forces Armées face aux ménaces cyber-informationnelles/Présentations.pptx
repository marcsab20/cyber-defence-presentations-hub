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1"/>
  </p:sldMasterIdLst>
  <p:notesMasterIdLst>
    <p:notesMasterId r:id="rId18"/>
  </p:notesMasterIdLst>
  <p:sldIdLst>
    <p:sldId id="293" r:id="rId2"/>
    <p:sldId id="294" r:id="rId3"/>
    <p:sldId id="296" r:id="rId4"/>
    <p:sldId id="298" r:id="rId5"/>
    <p:sldId id="300" r:id="rId6"/>
    <p:sldId id="274" r:id="rId7"/>
    <p:sldId id="276" r:id="rId8"/>
    <p:sldId id="279" r:id="rId9"/>
    <p:sldId id="281" r:id="rId10"/>
    <p:sldId id="283" r:id="rId11"/>
    <p:sldId id="284" r:id="rId12"/>
    <p:sldId id="285" r:id="rId13"/>
    <p:sldId id="289" r:id="rId14"/>
    <p:sldId id="301" r:id="rId15"/>
    <p:sldId id="287" r:id="rId16"/>
    <p:sldId id="288"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d'd'd'd'd'd'd'd'd" initials="'" lastIdx="4" clrIdx="0">
    <p:extLst>
      <p:ext uri="{19B8F6BF-5375-455C-9EA6-DF929625EA0E}">
        <p15:presenceInfo xmlns:p15="http://schemas.microsoft.com/office/powerpoint/2012/main" userId="'d'd'd'd'd'd'd'd'd'd"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20" autoAdjust="0"/>
  </p:normalViewPr>
  <p:slideViewPr>
    <p:cSldViewPr snapToGrid="0">
      <p:cViewPr varScale="1">
        <p:scale>
          <a:sx n="106" d="100"/>
          <a:sy n="106" d="100"/>
        </p:scale>
        <p:origin x="78" y="126"/>
      </p:cViewPr>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varScale="1">
        <p:scale>
          <a:sx n="87" d="100"/>
          <a:sy n="87" d="100"/>
        </p:scale>
        <p:origin x="3840"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6CFA2F5-7172-487A-B795-5F0D37BF5491}" type="doc">
      <dgm:prSet loTypeId="urn:microsoft.com/office/officeart/2005/8/layout/lProcess3" loCatId="process" qsTypeId="urn:microsoft.com/office/officeart/2005/8/quickstyle/simple1" qsCatId="simple" csTypeId="urn:microsoft.com/office/officeart/2005/8/colors/accent1_2" csCatId="accent1" phldr="1"/>
      <dgm:spPr/>
      <dgm:t>
        <a:bodyPr/>
        <a:lstStyle/>
        <a:p>
          <a:endParaRPr lang="fr-FR"/>
        </a:p>
      </dgm:t>
    </dgm:pt>
    <dgm:pt modelId="{32A8ADE1-DCB9-4846-A8BD-59DFE67B4AD7}">
      <dgm:prSet custT="1"/>
      <dgm:spPr/>
      <dgm:t>
        <a:bodyPr/>
        <a:lstStyle/>
        <a:p>
          <a:r>
            <a:rPr lang="fr-FR" sz="1600" b="1" dirty="0">
              <a:latin typeface="Bookman Old Style" panose="02050604050505020204" pitchFamily="18" charset="0"/>
            </a:rPr>
            <a:t>INTRODUCTION</a:t>
          </a:r>
          <a:endParaRPr lang="fr-FR" sz="1600" dirty="0">
            <a:latin typeface="Bookman Old Style" panose="02050604050505020204" pitchFamily="18" charset="0"/>
          </a:endParaRPr>
        </a:p>
      </dgm:t>
    </dgm:pt>
    <dgm:pt modelId="{EEC4804C-C75A-44BA-854D-364A0DB5FFE0}" type="parTrans" cxnId="{D6937473-57AF-4BA8-95D6-639CCD6DA360}">
      <dgm:prSet/>
      <dgm:spPr/>
      <dgm:t>
        <a:bodyPr/>
        <a:lstStyle/>
        <a:p>
          <a:endParaRPr lang="fr-FR"/>
        </a:p>
      </dgm:t>
    </dgm:pt>
    <dgm:pt modelId="{3A1FCAFA-8086-4E27-A178-BC61141A558C}" type="sibTrans" cxnId="{D6937473-57AF-4BA8-95D6-639CCD6DA360}">
      <dgm:prSet/>
      <dgm:spPr/>
      <dgm:t>
        <a:bodyPr/>
        <a:lstStyle/>
        <a:p>
          <a:endParaRPr lang="fr-FR"/>
        </a:p>
      </dgm:t>
    </dgm:pt>
    <dgm:pt modelId="{AFC2231C-F62D-457D-B675-3226A7A7836C}" type="pres">
      <dgm:prSet presAssocID="{86CFA2F5-7172-487A-B795-5F0D37BF5491}" presName="Name0" presStyleCnt="0">
        <dgm:presLayoutVars>
          <dgm:chPref val="3"/>
          <dgm:dir/>
          <dgm:animLvl val="lvl"/>
          <dgm:resizeHandles/>
        </dgm:presLayoutVars>
      </dgm:prSet>
      <dgm:spPr/>
    </dgm:pt>
    <dgm:pt modelId="{30EBE2EA-A10D-40F6-BA52-A6108F4184C0}" type="pres">
      <dgm:prSet presAssocID="{32A8ADE1-DCB9-4846-A8BD-59DFE67B4AD7}" presName="horFlow" presStyleCnt="0"/>
      <dgm:spPr/>
    </dgm:pt>
    <dgm:pt modelId="{B5334810-DBE7-4B5A-B1B2-0761F4E54B28}" type="pres">
      <dgm:prSet presAssocID="{32A8ADE1-DCB9-4846-A8BD-59DFE67B4AD7}" presName="bigChev" presStyleLbl="node1" presStyleIdx="0" presStyleCnt="1" custScaleX="213060"/>
      <dgm:spPr/>
    </dgm:pt>
  </dgm:ptLst>
  <dgm:cxnLst>
    <dgm:cxn modelId="{B3DFCB0A-5A8C-4D4C-8BEC-FD135A26E488}" type="presOf" srcId="{86CFA2F5-7172-487A-B795-5F0D37BF5491}" destId="{AFC2231C-F62D-457D-B675-3226A7A7836C}" srcOrd="0" destOrd="0" presId="urn:microsoft.com/office/officeart/2005/8/layout/lProcess3"/>
    <dgm:cxn modelId="{D6937473-57AF-4BA8-95D6-639CCD6DA360}" srcId="{86CFA2F5-7172-487A-B795-5F0D37BF5491}" destId="{32A8ADE1-DCB9-4846-A8BD-59DFE67B4AD7}" srcOrd="0" destOrd="0" parTransId="{EEC4804C-C75A-44BA-854D-364A0DB5FFE0}" sibTransId="{3A1FCAFA-8086-4E27-A178-BC61141A558C}"/>
    <dgm:cxn modelId="{03479073-54B0-4FCE-ABEC-1C377B022B86}" type="presOf" srcId="{32A8ADE1-DCB9-4846-A8BD-59DFE67B4AD7}" destId="{B5334810-DBE7-4B5A-B1B2-0761F4E54B28}" srcOrd="0" destOrd="0" presId="urn:microsoft.com/office/officeart/2005/8/layout/lProcess3"/>
    <dgm:cxn modelId="{871D1411-EE32-46EF-A958-BF3706409A78}" type="presParOf" srcId="{AFC2231C-F62D-457D-B675-3226A7A7836C}" destId="{30EBE2EA-A10D-40F6-BA52-A6108F4184C0}" srcOrd="0" destOrd="0" presId="urn:microsoft.com/office/officeart/2005/8/layout/lProcess3"/>
    <dgm:cxn modelId="{C1D5EFD4-EF50-4561-A36D-7470FC8A8DC6}" type="presParOf" srcId="{30EBE2EA-A10D-40F6-BA52-A6108F4184C0}" destId="{B5334810-DBE7-4B5A-B1B2-0761F4E54B28}" srcOrd="0" destOrd="0" presId="urn:microsoft.com/office/officeart/2005/8/layout/l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62584F3-A07A-483E-A990-282F43A8C773}" type="doc">
      <dgm:prSet loTypeId="urn:microsoft.com/office/officeart/2005/8/layout/lProcess3" loCatId="process" qsTypeId="urn:microsoft.com/office/officeart/2005/8/quickstyle/simple1" qsCatId="simple" csTypeId="urn:microsoft.com/office/officeart/2005/8/colors/accent1_2" csCatId="accent1" phldr="1"/>
      <dgm:spPr/>
      <dgm:t>
        <a:bodyPr/>
        <a:lstStyle/>
        <a:p>
          <a:endParaRPr lang="fr-FR"/>
        </a:p>
      </dgm:t>
    </dgm:pt>
    <dgm:pt modelId="{3A5169AE-E943-4198-A0AC-598FF815BAE9}">
      <dgm:prSet custT="1"/>
      <dgm:spPr/>
      <dgm:t>
        <a:bodyPr/>
        <a:lstStyle/>
        <a:p>
          <a:r>
            <a:rPr lang="fr-FR" sz="1600" b="1" dirty="0">
              <a:latin typeface="Bookman Old Style" panose="02050604050505020204" pitchFamily="18" charset="0"/>
            </a:rPr>
            <a:t>Partie I : </a:t>
          </a:r>
          <a:r>
            <a:rPr lang="fr-FR" sz="1600" dirty="0">
              <a:latin typeface="Bookman Old Style" panose="02050604050505020204" pitchFamily="18" charset="0"/>
            </a:rPr>
            <a:t>La Cartographie des Menaces Cyber-Informationnelles contre l'Armée</a:t>
          </a:r>
        </a:p>
      </dgm:t>
    </dgm:pt>
    <dgm:pt modelId="{A102B424-8B0F-4E84-8764-0C088E5B61D5}" type="parTrans" cxnId="{15131D59-9461-4B73-B0B1-555BFC4BB413}">
      <dgm:prSet/>
      <dgm:spPr/>
      <dgm:t>
        <a:bodyPr/>
        <a:lstStyle/>
        <a:p>
          <a:endParaRPr lang="fr-FR"/>
        </a:p>
      </dgm:t>
    </dgm:pt>
    <dgm:pt modelId="{01B53BBD-EB08-44E1-BF17-99A8CE34A12A}" type="sibTrans" cxnId="{15131D59-9461-4B73-B0B1-555BFC4BB413}">
      <dgm:prSet/>
      <dgm:spPr/>
      <dgm:t>
        <a:bodyPr/>
        <a:lstStyle/>
        <a:p>
          <a:endParaRPr lang="fr-FR"/>
        </a:p>
      </dgm:t>
    </dgm:pt>
    <dgm:pt modelId="{71AA84D9-5419-498A-898B-A4F634B46109}" type="pres">
      <dgm:prSet presAssocID="{662584F3-A07A-483E-A990-282F43A8C773}" presName="Name0" presStyleCnt="0">
        <dgm:presLayoutVars>
          <dgm:chPref val="3"/>
          <dgm:dir/>
          <dgm:animLvl val="lvl"/>
          <dgm:resizeHandles/>
        </dgm:presLayoutVars>
      </dgm:prSet>
      <dgm:spPr/>
    </dgm:pt>
    <dgm:pt modelId="{751383E7-6B65-4EB1-A7DF-1220ECA37AEF}" type="pres">
      <dgm:prSet presAssocID="{3A5169AE-E943-4198-A0AC-598FF815BAE9}" presName="horFlow" presStyleCnt="0"/>
      <dgm:spPr/>
    </dgm:pt>
    <dgm:pt modelId="{3DA67F4A-C63E-4CEE-A91C-CCCD7D187FBC}" type="pres">
      <dgm:prSet presAssocID="{3A5169AE-E943-4198-A0AC-598FF815BAE9}" presName="bigChev" presStyleLbl="node1" presStyleIdx="0" presStyleCnt="1" custScaleX="149054"/>
      <dgm:spPr/>
    </dgm:pt>
  </dgm:ptLst>
  <dgm:cxnLst>
    <dgm:cxn modelId="{C5378D4E-8CE8-41E4-AD50-D1F0AA203E14}" type="presOf" srcId="{662584F3-A07A-483E-A990-282F43A8C773}" destId="{71AA84D9-5419-498A-898B-A4F634B46109}" srcOrd="0" destOrd="0" presId="urn:microsoft.com/office/officeart/2005/8/layout/lProcess3"/>
    <dgm:cxn modelId="{E91FA151-30DA-48B5-8F63-69946DEB8D86}" type="presOf" srcId="{3A5169AE-E943-4198-A0AC-598FF815BAE9}" destId="{3DA67F4A-C63E-4CEE-A91C-CCCD7D187FBC}" srcOrd="0" destOrd="0" presId="urn:microsoft.com/office/officeart/2005/8/layout/lProcess3"/>
    <dgm:cxn modelId="{15131D59-9461-4B73-B0B1-555BFC4BB413}" srcId="{662584F3-A07A-483E-A990-282F43A8C773}" destId="{3A5169AE-E943-4198-A0AC-598FF815BAE9}" srcOrd="0" destOrd="0" parTransId="{A102B424-8B0F-4E84-8764-0C088E5B61D5}" sibTransId="{01B53BBD-EB08-44E1-BF17-99A8CE34A12A}"/>
    <dgm:cxn modelId="{2EBACBD5-4622-46BC-9097-9AE49E103C56}" type="presParOf" srcId="{71AA84D9-5419-498A-898B-A4F634B46109}" destId="{751383E7-6B65-4EB1-A7DF-1220ECA37AEF}" srcOrd="0" destOrd="0" presId="urn:microsoft.com/office/officeart/2005/8/layout/lProcess3"/>
    <dgm:cxn modelId="{9A76CA5A-CED2-4FF1-9C5D-FA627C60E19D}" type="presParOf" srcId="{751383E7-6B65-4EB1-A7DF-1220ECA37AEF}" destId="{3DA67F4A-C63E-4CEE-A91C-CCCD7D187FBC}" srcOrd="0" destOrd="0" presId="urn:microsoft.com/office/officeart/2005/8/layout/lProcess3"/>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D02E849-494C-4435-853D-67566835B5F3}" type="doc">
      <dgm:prSet loTypeId="urn:microsoft.com/office/officeart/2005/8/layout/lProcess3" loCatId="process" qsTypeId="urn:microsoft.com/office/officeart/2005/8/quickstyle/simple1" qsCatId="simple" csTypeId="urn:microsoft.com/office/officeart/2005/8/colors/accent1_2" csCatId="accent1" phldr="1"/>
      <dgm:spPr/>
      <dgm:t>
        <a:bodyPr/>
        <a:lstStyle/>
        <a:p>
          <a:endParaRPr lang="fr-FR"/>
        </a:p>
      </dgm:t>
    </dgm:pt>
    <dgm:pt modelId="{3BE901EB-9E8F-455B-9479-2A5CB01FEDFB}">
      <dgm:prSet custT="1"/>
      <dgm:spPr/>
      <dgm:t>
        <a:bodyPr/>
        <a:lstStyle/>
        <a:p>
          <a:r>
            <a:rPr lang="fr-FR" sz="1600" b="1" dirty="0">
              <a:latin typeface="Bookman Old Style" panose="02050604050505020204" pitchFamily="18" charset="0"/>
            </a:rPr>
            <a:t>Partie II : </a:t>
          </a:r>
          <a:r>
            <a:rPr lang="fr-FR" sz="1600" dirty="0">
              <a:latin typeface="Bookman Old Style" panose="02050604050505020204" pitchFamily="18" charset="0"/>
            </a:rPr>
            <a:t>Le Dispositif de Protection et de Riposte </a:t>
          </a:r>
        </a:p>
      </dgm:t>
    </dgm:pt>
    <dgm:pt modelId="{A426B2E1-7DA3-452C-A264-BB7C80599CA2}" type="parTrans" cxnId="{221F4BB0-A7BE-4AF2-8FDC-3A721BF26289}">
      <dgm:prSet/>
      <dgm:spPr/>
      <dgm:t>
        <a:bodyPr/>
        <a:lstStyle/>
        <a:p>
          <a:endParaRPr lang="fr-FR"/>
        </a:p>
      </dgm:t>
    </dgm:pt>
    <dgm:pt modelId="{0A30C146-EB2A-4154-8F98-BE1D3D603409}" type="sibTrans" cxnId="{221F4BB0-A7BE-4AF2-8FDC-3A721BF26289}">
      <dgm:prSet/>
      <dgm:spPr/>
      <dgm:t>
        <a:bodyPr/>
        <a:lstStyle/>
        <a:p>
          <a:endParaRPr lang="fr-FR"/>
        </a:p>
      </dgm:t>
    </dgm:pt>
    <dgm:pt modelId="{BB2EF8B4-EBDC-461D-A179-958E9D085E5A}" type="pres">
      <dgm:prSet presAssocID="{8D02E849-494C-4435-853D-67566835B5F3}" presName="Name0" presStyleCnt="0">
        <dgm:presLayoutVars>
          <dgm:chPref val="3"/>
          <dgm:dir/>
          <dgm:animLvl val="lvl"/>
          <dgm:resizeHandles/>
        </dgm:presLayoutVars>
      </dgm:prSet>
      <dgm:spPr/>
    </dgm:pt>
    <dgm:pt modelId="{9B375086-91F5-45F1-B0A7-1BF265F82E30}" type="pres">
      <dgm:prSet presAssocID="{3BE901EB-9E8F-455B-9479-2A5CB01FEDFB}" presName="horFlow" presStyleCnt="0"/>
      <dgm:spPr/>
    </dgm:pt>
    <dgm:pt modelId="{B174AA55-8A6E-4566-AD10-F53FAD4A76B6}" type="pres">
      <dgm:prSet presAssocID="{3BE901EB-9E8F-455B-9479-2A5CB01FEDFB}" presName="bigChev" presStyleLbl="node1" presStyleIdx="0" presStyleCnt="1" custScaleX="176232"/>
      <dgm:spPr/>
    </dgm:pt>
  </dgm:ptLst>
  <dgm:cxnLst>
    <dgm:cxn modelId="{C3F39C55-313E-480D-AA5A-C00E00828E5E}" type="presOf" srcId="{3BE901EB-9E8F-455B-9479-2A5CB01FEDFB}" destId="{B174AA55-8A6E-4566-AD10-F53FAD4A76B6}" srcOrd="0" destOrd="0" presId="urn:microsoft.com/office/officeart/2005/8/layout/lProcess3"/>
    <dgm:cxn modelId="{9191BA83-0B1B-4498-895B-35A647E9718C}" type="presOf" srcId="{8D02E849-494C-4435-853D-67566835B5F3}" destId="{BB2EF8B4-EBDC-461D-A179-958E9D085E5A}" srcOrd="0" destOrd="0" presId="urn:microsoft.com/office/officeart/2005/8/layout/lProcess3"/>
    <dgm:cxn modelId="{221F4BB0-A7BE-4AF2-8FDC-3A721BF26289}" srcId="{8D02E849-494C-4435-853D-67566835B5F3}" destId="{3BE901EB-9E8F-455B-9479-2A5CB01FEDFB}" srcOrd="0" destOrd="0" parTransId="{A426B2E1-7DA3-452C-A264-BB7C80599CA2}" sibTransId="{0A30C146-EB2A-4154-8F98-BE1D3D603409}"/>
    <dgm:cxn modelId="{7FEA6DC4-EF34-43E7-94E4-656E460EDFF8}" type="presParOf" srcId="{BB2EF8B4-EBDC-461D-A179-958E9D085E5A}" destId="{9B375086-91F5-45F1-B0A7-1BF265F82E30}" srcOrd="0" destOrd="0" presId="urn:microsoft.com/office/officeart/2005/8/layout/lProcess3"/>
    <dgm:cxn modelId="{EC9F9CE5-F1C9-4125-B218-BDB9567D05B7}" type="presParOf" srcId="{9B375086-91F5-45F1-B0A7-1BF265F82E30}" destId="{B174AA55-8A6E-4566-AD10-F53FAD4A76B6}" srcOrd="0" destOrd="0" presId="urn:microsoft.com/office/officeart/2005/8/layout/lProcess3"/>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27F85AC-585F-4DD9-9604-CC72C05411F7}" type="doc">
      <dgm:prSet loTypeId="urn:microsoft.com/office/officeart/2005/8/layout/lProcess3" loCatId="process" qsTypeId="urn:microsoft.com/office/officeart/2005/8/quickstyle/simple1" qsCatId="simple" csTypeId="urn:microsoft.com/office/officeart/2005/8/colors/accent1_2" csCatId="accent1" phldr="1"/>
      <dgm:spPr/>
      <dgm:t>
        <a:bodyPr/>
        <a:lstStyle/>
        <a:p>
          <a:endParaRPr lang="fr-FR"/>
        </a:p>
      </dgm:t>
    </dgm:pt>
    <dgm:pt modelId="{FDED2D54-42E9-4ADA-A66E-3123008401BE}">
      <dgm:prSet/>
      <dgm:spPr/>
      <dgm:t>
        <a:bodyPr/>
        <a:lstStyle/>
        <a:p>
          <a:r>
            <a:rPr lang="fr-FR" b="1" dirty="0">
              <a:latin typeface="Bookman Old Style" panose="02050604050505020204" pitchFamily="18" charset="0"/>
            </a:rPr>
            <a:t>Partie III : </a:t>
          </a:r>
          <a:r>
            <a:rPr lang="fr-FR" dirty="0">
              <a:latin typeface="Bookman Old Style" panose="02050604050505020204" pitchFamily="18" charset="0"/>
            </a:rPr>
            <a:t>Les Défis Persistants et les Perspectives d'Amélioration</a:t>
          </a:r>
        </a:p>
      </dgm:t>
    </dgm:pt>
    <dgm:pt modelId="{DF81F39E-6C0E-4ADA-A84E-66EDFC227450}" type="parTrans" cxnId="{49B52B48-4B31-4828-87EE-17F6764D9494}">
      <dgm:prSet/>
      <dgm:spPr/>
      <dgm:t>
        <a:bodyPr/>
        <a:lstStyle/>
        <a:p>
          <a:endParaRPr lang="fr-FR"/>
        </a:p>
      </dgm:t>
    </dgm:pt>
    <dgm:pt modelId="{066FE259-3F03-43E4-90D6-C09F8D31421D}" type="sibTrans" cxnId="{49B52B48-4B31-4828-87EE-17F6764D9494}">
      <dgm:prSet/>
      <dgm:spPr/>
      <dgm:t>
        <a:bodyPr/>
        <a:lstStyle/>
        <a:p>
          <a:endParaRPr lang="fr-FR"/>
        </a:p>
      </dgm:t>
    </dgm:pt>
    <dgm:pt modelId="{85D1A271-60BA-451D-A4BB-3039E81D960C}" type="pres">
      <dgm:prSet presAssocID="{C27F85AC-585F-4DD9-9604-CC72C05411F7}" presName="Name0" presStyleCnt="0">
        <dgm:presLayoutVars>
          <dgm:chPref val="3"/>
          <dgm:dir/>
          <dgm:animLvl val="lvl"/>
          <dgm:resizeHandles/>
        </dgm:presLayoutVars>
      </dgm:prSet>
      <dgm:spPr/>
    </dgm:pt>
    <dgm:pt modelId="{F8B47740-3315-4185-9B27-381E46FA0E99}" type="pres">
      <dgm:prSet presAssocID="{FDED2D54-42E9-4ADA-A66E-3123008401BE}" presName="horFlow" presStyleCnt="0"/>
      <dgm:spPr/>
    </dgm:pt>
    <dgm:pt modelId="{8EA53114-6A25-4859-8B41-FEDBB41A02CF}" type="pres">
      <dgm:prSet presAssocID="{FDED2D54-42E9-4ADA-A66E-3123008401BE}" presName="bigChev" presStyleLbl="node1" presStyleIdx="0" presStyleCnt="1" custScaleX="198512" custLinFactNeighborX="-9816" custLinFactNeighborY="-1649"/>
      <dgm:spPr/>
    </dgm:pt>
  </dgm:ptLst>
  <dgm:cxnLst>
    <dgm:cxn modelId="{49B52B48-4B31-4828-87EE-17F6764D9494}" srcId="{C27F85AC-585F-4DD9-9604-CC72C05411F7}" destId="{FDED2D54-42E9-4ADA-A66E-3123008401BE}" srcOrd="0" destOrd="0" parTransId="{DF81F39E-6C0E-4ADA-A84E-66EDFC227450}" sibTransId="{066FE259-3F03-43E4-90D6-C09F8D31421D}"/>
    <dgm:cxn modelId="{07ABC69B-F6E7-418B-933C-FCCD4E3543F8}" type="presOf" srcId="{FDED2D54-42E9-4ADA-A66E-3123008401BE}" destId="{8EA53114-6A25-4859-8B41-FEDBB41A02CF}" srcOrd="0" destOrd="0" presId="urn:microsoft.com/office/officeart/2005/8/layout/lProcess3"/>
    <dgm:cxn modelId="{5BBAADF7-FD18-4046-83E3-9959885F6D98}" type="presOf" srcId="{C27F85AC-585F-4DD9-9604-CC72C05411F7}" destId="{85D1A271-60BA-451D-A4BB-3039E81D960C}" srcOrd="0" destOrd="0" presId="urn:microsoft.com/office/officeart/2005/8/layout/lProcess3"/>
    <dgm:cxn modelId="{6174F13C-A49B-4196-A02B-63AF7362BA33}" type="presParOf" srcId="{85D1A271-60BA-451D-A4BB-3039E81D960C}" destId="{F8B47740-3315-4185-9B27-381E46FA0E99}" srcOrd="0" destOrd="0" presId="urn:microsoft.com/office/officeart/2005/8/layout/lProcess3"/>
    <dgm:cxn modelId="{FDA0F84E-6E3B-49E6-8A87-A46F85548FBE}" type="presParOf" srcId="{F8B47740-3315-4185-9B27-381E46FA0E99}" destId="{8EA53114-6A25-4859-8B41-FEDBB41A02CF}" srcOrd="0" destOrd="0" presId="urn:microsoft.com/office/officeart/2005/8/layout/lProcess3"/>
  </dgm:cxnLst>
  <dgm:bg/>
  <dgm:whole/>
  <dgm:extLst>
    <a:ext uri="http://schemas.microsoft.com/office/drawing/2008/diagram">
      <dsp:dataModelExt xmlns:dsp="http://schemas.microsoft.com/office/drawing/2008/diagram" relId="rId22"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A0CADED-C4BC-45E8-B02F-D1EF62C41FD4}" type="doc">
      <dgm:prSet loTypeId="urn:microsoft.com/office/officeart/2005/8/layout/lProcess3" loCatId="process" qsTypeId="urn:microsoft.com/office/officeart/2005/8/quickstyle/simple1" qsCatId="simple" csTypeId="urn:microsoft.com/office/officeart/2005/8/colors/accent1_2" csCatId="accent1" phldr="1"/>
      <dgm:spPr/>
      <dgm:t>
        <a:bodyPr/>
        <a:lstStyle/>
        <a:p>
          <a:endParaRPr lang="fr-FR"/>
        </a:p>
      </dgm:t>
    </dgm:pt>
    <dgm:pt modelId="{4E994765-B5F8-4D1B-809F-C7591343492F}">
      <dgm:prSet custT="1"/>
      <dgm:spPr/>
      <dgm:t>
        <a:bodyPr/>
        <a:lstStyle/>
        <a:p>
          <a:r>
            <a:rPr lang="fr-FR" sz="1600" b="1" dirty="0">
              <a:latin typeface="Bookman Old Style" panose="02050604050505020204" pitchFamily="18" charset="0"/>
            </a:rPr>
            <a:t>Partie IV :CONTEXTE : </a:t>
          </a:r>
          <a:r>
            <a:rPr lang="fr-FR" sz="1600" dirty="0">
              <a:latin typeface="Bookman Old Style" panose="02050604050505020204" pitchFamily="18" charset="0"/>
            </a:rPr>
            <a:t>Cas du Cameroun</a:t>
          </a:r>
        </a:p>
      </dgm:t>
    </dgm:pt>
    <dgm:pt modelId="{465CF80D-16C1-47A2-94A0-34D0CA7B5B20}" type="parTrans" cxnId="{A30101E8-BC7A-4E0C-B729-EB3F90CB02EB}">
      <dgm:prSet/>
      <dgm:spPr/>
      <dgm:t>
        <a:bodyPr/>
        <a:lstStyle/>
        <a:p>
          <a:endParaRPr lang="fr-FR"/>
        </a:p>
      </dgm:t>
    </dgm:pt>
    <dgm:pt modelId="{91E34DA2-A828-4A12-B6D0-00A3053CC706}" type="sibTrans" cxnId="{A30101E8-BC7A-4E0C-B729-EB3F90CB02EB}">
      <dgm:prSet/>
      <dgm:spPr/>
      <dgm:t>
        <a:bodyPr/>
        <a:lstStyle/>
        <a:p>
          <a:endParaRPr lang="fr-FR"/>
        </a:p>
      </dgm:t>
    </dgm:pt>
    <dgm:pt modelId="{0D592292-64F6-416F-A636-2CD3A18F4B21}" type="pres">
      <dgm:prSet presAssocID="{5A0CADED-C4BC-45E8-B02F-D1EF62C41FD4}" presName="Name0" presStyleCnt="0">
        <dgm:presLayoutVars>
          <dgm:chPref val="3"/>
          <dgm:dir/>
          <dgm:animLvl val="lvl"/>
          <dgm:resizeHandles/>
        </dgm:presLayoutVars>
      </dgm:prSet>
      <dgm:spPr/>
    </dgm:pt>
    <dgm:pt modelId="{C99F5FEB-1C60-42DE-9202-9DEC0D240D92}" type="pres">
      <dgm:prSet presAssocID="{4E994765-B5F8-4D1B-809F-C7591343492F}" presName="horFlow" presStyleCnt="0"/>
      <dgm:spPr/>
    </dgm:pt>
    <dgm:pt modelId="{A48DBFF4-FF94-43E2-B859-01A34A2EEAD3}" type="pres">
      <dgm:prSet presAssocID="{4E994765-B5F8-4D1B-809F-C7591343492F}" presName="bigChev" presStyleLbl="node1" presStyleIdx="0" presStyleCnt="1" custScaleX="217570" custLinFactNeighborX="22332" custLinFactNeighborY="1056"/>
      <dgm:spPr/>
    </dgm:pt>
  </dgm:ptLst>
  <dgm:cxnLst>
    <dgm:cxn modelId="{510EF3CF-942C-45A5-B8A0-A52F518903B2}" type="presOf" srcId="{4E994765-B5F8-4D1B-809F-C7591343492F}" destId="{A48DBFF4-FF94-43E2-B859-01A34A2EEAD3}" srcOrd="0" destOrd="0" presId="urn:microsoft.com/office/officeart/2005/8/layout/lProcess3"/>
    <dgm:cxn modelId="{A30101E8-BC7A-4E0C-B729-EB3F90CB02EB}" srcId="{5A0CADED-C4BC-45E8-B02F-D1EF62C41FD4}" destId="{4E994765-B5F8-4D1B-809F-C7591343492F}" srcOrd="0" destOrd="0" parTransId="{465CF80D-16C1-47A2-94A0-34D0CA7B5B20}" sibTransId="{91E34DA2-A828-4A12-B6D0-00A3053CC706}"/>
    <dgm:cxn modelId="{06B09DEA-DAEE-436A-8942-A2D4C1385CF8}" type="presOf" srcId="{5A0CADED-C4BC-45E8-B02F-D1EF62C41FD4}" destId="{0D592292-64F6-416F-A636-2CD3A18F4B21}" srcOrd="0" destOrd="0" presId="urn:microsoft.com/office/officeart/2005/8/layout/lProcess3"/>
    <dgm:cxn modelId="{E41D27CD-0EE8-4F92-9E5D-C762BCDF9158}" type="presParOf" srcId="{0D592292-64F6-416F-A636-2CD3A18F4B21}" destId="{C99F5FEB-1C60-42DE-9202-9DEC0D240D92}" srcOrd="0" destOrd="0" presId="urn:microsoft.com/office/officeart/2005/8/layout/lProcess3"/>
    <dgm:cxn modelId="{D9DF97BB-7925-486D-AD28-30817F115927}" type="presParOf" srcId="{C99F5FEB-1C60-42DE-9202-9DEC0D240D92}" destId="{A48DBFF4-FF94-43E2-B859-01A34A2EEAD3}" srcOrd="0" destOrd="0" presId="urn:microsoft.com/office/officeart/2005/8/layout/lProcess3"/>
  </dgm:cxnLst>
  <dgm:bg/>
  <dgm:whole/>
  <dgm:extLst>
    <a:ext uri="http://schemas.microsoft.com/office/drawing/2008/diagram">
      <dsp:dataModelExt xmlns:dsp="http://schemas.microsoft.com/office/drawing/2008/diagram" relId="rId2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CCC45E80-0952-4A9B-920E-32AC8293770D}" type="doc">
      <dgm:prSet loTypeId="urn:microsoft.com/office/officeart/2005/8/layout/lProcess3" loCatId="process" qsTypeId="urn:microsoft.com/office/officeart/2005/8/quickstyle/simple1" qsCatId="simple" csTypeId="urn:microsoft.com/office/officeart/2005/8/colors/accent1_2" csCatId="accent1" phldr="1"/>
      <dgm:spPr/>
      <dgm:t>
        <a:bodyPr/>
        <a:lstStyle/>
        <a:p>
          <a:endParaRPr lang="fr-FR"/>
        </a:p>
      </dgm:t>
    </dgm:pt>
    <dgm:pt modelId="{15BC97CE-837E-4F85-8003-7323C4C67C76}">
      <dgm:prSet custT="1"/>
      <dgm:spPr/>
      <dgm:t>
        <a:bodyPr/>
        <a:lstStyle/>
        <a:p>
          <a:r>
            <a:rPr lang="fr-FR" sz="1600" b="1" dirty="0">
              <a:latin typeface="Bookman Old Style" panose="02050604050505020204" pitchFamily="18" charset="0"/>
            </a:rPr>
            <a:t>Partie V : </a:t>
          </a:r>
          <a:r>
            <a:rPr lang="fr-FR" sz="1600" dirty="0">
              <a:latin typeface="Bookman Old Style" panose="02050604050505020204" pitchFamily="18" charset="0"/>
            </a:rPr>
            <a:t>Cas pratique</a:t>
          </a:r>
        </a:p>
      </dgm:t>
    </dgm:pt>
    <dgm:pt modelId="{4AF8F904-2CEC-4289-975D-AA27B8EC6791}" type="parTrans" cxnId="{3923C067-27C5-47F4-B462-A7CFF9FB29AB}">
      <dgm:prSet/>
      <dgm:spPr/>
      <dgm:t>
        <a:bodyPr/>
        <a:lstStyle/>
        <a:p>
          <a:endParaRPr lang="fr-FR"/>
        </a:p>
      </dgm:t>
    </dgm:pt>
    <dgm:pt modelId="{E5F0AFEA-7AD0-4770-9C01-8C48A81B027F}" type="sibTrans" cxnId="{3923C067-27C5-47F4-B462-A7CFF9FB29AB}">
      <dgm:prSet/>
      <dgm:spPr/>
      <dgm:t>
        <a:bodyPr/>
        <a:lstStyle/>
        <a:p>
          <a:endParaRPr lang="fr-FR"/>
        </a:p>
      </dgm:t>
    </dgm:pt>
    <dgm:pt modelId="{CA9CCB37-B6ED-423C-837E-FBDD2C028236}" type="pres">
      <dgm:prSet presAssocID="{CCC45E80-0952-4A9B-920E-32AC8293770D}" presName="Name0" presStyleCnt="0">
        <dgm:presLayoutVars>
          <dgm:chPref val="3"/>
          <dgm:dir/>
          <dgm:animLvl val="lvl"/>
          <dgm:resizeHandles/>
        </dgm:presLayoutVars>
      </dgm:prSet>
      <dgm:spPr/>
    </dgm:pt>
    <dgm:pt modelId="{18270189-CC40-49F0-9E42-999822B921CD}" type="pres">
      <dgm:prSet presAssocID="{15BC97CE-837E-4F85-8003-7323C4C67C76}" presName="horFlow" presStyleCnt="0"/>
      <dgm:spPr/>
    </dgm:pt>
    <dgm:pt modelId="{2E774A38-438F-4CAC-B01F-E1870F2FDDBA}" type="pres">
      <dgm:prSet presAssocID="{15BC97CE-837E-4F85-8003-7323C4C67C76}" presName="bigChev" presStyleLbl="node1" presStyleIdx="0" presStyleCnt="1" custScaleX="178256"/>
      <dgm:spPr/>
    </dgm:pt>
  </dgm:ptLst>
  <dgm:cxnLst>
    <dgm:cxn modelId="{FE3E7B40-93AB-4C07-80D1-195C073C9D67}" type="presOf" srcId="{15BC97CE-837E-4F85-8003-7323C4C67C76}" destId="{2E774A38-438F-4CAC-B01F-E1870F2FDDBA}" srcOrd="0" destOrd="0" presId="urn:microsoft.com/office/officeart/2005/8/layout/lProcess3"/>
    <dgm:cxn modelId="{3923C067-27C5-47F4-B462-A7CFF9FB29AB}" srcId="{CCC45E80-0952-4A9B-920E-32AC8293770D}" destId="{15BC97CE-837E-4F85-8003-7323C4C67C76}" srcOrd="0" destOrd="0" parTransId="{4AF8F904-2CEC-4289-975D-AA27B8EC6791}" sibTransId="{E5F0AFEA-7AD0-4770-9C01-8C48A81B027F}"/>
    <dgm:cxn modelId="{264E0475-A8B1-4EC0-87D2-8F419D8F592D}" type="presOf" srcId="{CCC45E80-0952-4A9B-920E-32AC8293770D}" destId="{CA9CCB37-B6ED-423C-837E-FBDD2C028236}" srcOrd="0" destOrd="0" presId="urn:microsoft.com/office/officeart/2005/8/layout/lProcess3"/>
    <dgm:cxn modelId="{FDE68766-80DA-4934-AB67-8B58759EE3AF}" type="presParOf" srcId="{CA9CCB37-B6ED-423C-837E-FBDD2C028236}" destId="{18270189-CC40-49F0-9E42-999822B921CD}" srcOrd="0" destOrd="0" presId="urn:microsoft.com/office/officeart/2005/8/layout/lProcess3"/>
    <dgm:cxn modelId="{4EB22AB5-B47D-44F4-9870-4F0111DE968F}" type="presParOf" srcId="{18270189-CC40-49F0-9E42-999822B921CD}" destId="{2E774A38-438F-4CAC-B01F-E1870F2FDDBA}" srcOrd="0" destOrd="0" presId="urn:microsoft.com/office/officeart/2005/8/layout/lProcess3"/>
  </dgm:cxnLst>
  <dgm:bg/>
  <dgm:whole/>
  <dgm:extLst>
    <a:ext uri="http://schemas.microsoft.com/office/drawing/2008/diagram">
      <dsp:dataModelExt xmlns:dsp="http://schemas.microsoft.com/office/drawing/2008/diagram" relId="rId32"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FA011E81-AE16-4CB6-80CC-5B0ABA4DE7CA}" type="doc">
      <dgm:prSet loTypeId="urn:microsoft.com/office/officeart/2005/8/layout/lProcess3" loCatId="process" qsTypeId="urn:microsoft.com/office/officeart/2005/8/quickstyle/simple1" qsCatId="simple" csTypeId="urn:microsoft.com/office/officeart/2005/8/colors/accent1_2" csCatId="accent1" phldr="1"/>
      <dgm:spPr/>
      <dgm:t>
        <a:bodyPr/>
        <a:lstStyle/>
        <a:p>
          <a:endParaRPr lang="fr-FR"/>
        </a:p>
      </dgm:t>
    </dgm:pt>
    <dgm:pt modelId="{E9B42F6B-4009-4231-B5FC-E1D86C7FE1A5}">
      <dgm:prSet custT="1"/>
      <dgm:spPr/>
      <dgm:t>
        <a:bodyPr/>
        <a:lstStyle/>
        <a:p>
          <a:r>
            <a:rPr lang="fr-FR" sz="1600" b="1" dirty="0">
              <a:latin typeface="Bookman Old Style" panose="02050604050505020204" pitchFamily="18" charset="0"/>
            </a:rPr>
            <a:t>Conclusion  </a:t>
          </a:r>
          <a:endParaRPr lang="fr-FR" sz="1600" dirty="0">
            <a:latin typeface="Bookman Old Style" panose="02050604050505020204" pitchFamily="18" charset="0"/>
          </a:endParaRPr>
        </a:p>
      </dgm:t>
    </dgm:pt>
    <dgm:pt modelId="{922E0D8A-A2C7-4319-B2E5-7F6687D8225F}" type="parTrans" cxnId="{6DD07285-D631-4A25-B009-6053F0F83537}">
      <dgm:prSet/>
      <dgm:spPr/>
      <dgm:t>
        <a:bodyPr/>
        <a:lstStyle/>
        <a:p>
          <a:endParaRPr lang="fr-FR"/>
        </a:p>
      </dgm:t>
    </dgm:pt>
    <dgm:pt modelId="{7C98CBAF-3CDC-4157-9CCA-E13BC3A271C0}" type="sibTrans" cxnId="{6DD07285-D631-4A25-B009-6053F0F83537}">
      <dgm:prSet/>
      <dgm:spPr/>
      <dgm:t>
        <a:bodyPr/>
        <a:lstStyle/>
        <a:p>
          <a:endParaRPr lang="fr-FR"/>
        </a:p>
      </dgm:t>
    </dgm:pt>
    <dgm:pt modelId="{3C8242A9-5F1D-4454-9E96-BC126E94C8FD}" type="pres">
      <dgm:prSet presAssocID="{FA011E81-AE16-4CB6-80CC-5B0ABA4DE7CA}" presName="Name0" presStyleCnt="0">
        <dgm:presLayoutVars>
          <dgm:chPref val="3"/>
          <dgm:dir/>
          <dgm:animLvl val="lvl"/>
          <dgm:resizeHandles/>
        </dgm:presLayoutVars>
      </dgm:prSet>
      <dgm:spPr/>
    </dgm:pt>
    <dgm:pt modelId="{181F032A-3FC5-4B2F-9950-2A869F4A09E7}" type="pres">
      <dgm:prSet presAssocID="{E9B42F6B-4009-4231-B5FC-E1D86C7FE1A5}" presName="horFlow" presStyleCnt="0"/>
      <dgm:spPr/>
    </dgm:pt>
    <dgm:pt modelId="{153022B2-0327-4614-A059-6202BC9DB611}" type="pres">
      <dgm:prSet presAssocID="{E9B42F6B-4009-4231-B5FC-E1D86C7FE1A5}" presName="bigChev" presStyleLbl="node1" presStyleIdx="0" presStyleCnt="1" custScaleX="150123"/>
      <dgm:spPr/>
    </dgm:pt>
  </dgm:ptLst>
  <dgm:cxnLst>
    <dgm:cxn modelId="{FA88ED67-DC08-4418-825C-FDA3E0837FCB}" type="presOf" srcId="{E9B42F6B-4009-4231-B5FC-E1D86C7FE1A5}" destId="{153022B2-0327-4614-A059-6202BC9DB611}" srcOrd="0" destOrd="0" presId="urn:microsoft.com/office/officeart/2005/8/layout/lProcess3"/>
    <dgm:cxn modelId="{6DD07285-D631-4A25-B009-6053F0F83537}" srcId="{FA011E81-AE16-4CB6-80CC-5B0ABA4DE7CA}" destId="{E9B42F6B-4009-4231-B5FC-E1D86C7FE1A5}" srcOrd="0" destOrd="0" parTransId="{922E0D8A-A2C7-4319-B2E5-7F6687D8225F}" sibTransId="{7C98CBAF-3CDC-4157-9CCA-E13BC3A271C0}"/>
    <dgm:cxn modelId="{1182C7C9-8838-4815-857F-6728B13F11BF}" type="presOf" srcId="{FA011E81-AE16-4CB6-80CC-5B0ABA4DE7CA}" destId="{3C8242A9-5F1D-4454-9E96-BC126E94C8FD}" srcOrd="0" destOrd="0" presId="urn:microsoft.com/office/officeart/2005/8/layout/lProcess3"/>
    <dgm:cxn modelId="{E83E84A2-52F4-4F60-93D7-F1186E9DCDC1}" type="presParOf" srcId="{3C8242A9-5F1D-4454-9E96-BC126E94C8FD}" destId="{181F032A-3FC5-4B2F-9950-2A869F4A09E7}" srcOrd="0" destOrd="0" presId="urn:microsoft.com/office/officeart/2005/8/layout/lProcess3"/>
    <dgm:cxn modelId="{43063609-410A-4F7F-8485-2680E07CCEAD}" type="presParOf" srcId="{181F032A-3FC5-4B2F-9950-2A869F4A09E7}" destId="{153022B2-0327-4614-A059-6202BC9DB611}" srcOrd="0" destOrd="0" presId="urn:microsoft.com/office/officeart/2005/8/layout/lProcess3"/>
  </dgm:cxnLst>
  <dgm:bg/>
  <dgm:whole/>
  <dgm:extLst>
    <a:ext uri="http://schemas.microsoft.com/office/drawing/2008/diagram">
      <dsp:dataModelExt xmlns:dsp="http://schemas.microsoft.com/office/drawing/2008/diagram" relId="rId3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7B3C07FE-7083-4E6B-B2AD-19F50038035D}" type="doc">
      <dgm:prSet loTypeId="urn:microsoft.com/office/officeart/2005/8/layout/venn1" loCatId="relationship" qsTypeId="urn:microsoft.com/office/officeart/2005/8/quickstyle/simple1" qsCatId="simple" csTypeId="urn:microsoft.com/office/officeart/2005/8/colors/accent1_2" csCatId="accent1" phldr="1"/>
      <dgm:spPr/>
      <dgm:t>
        <a:bodyPr/>
        <a:lstStyle/>
        <a:p>
          <a:endParaRPr lang="fr-FR"/>
        </a:p>
      </dgm:t>
    </dgm:pt>
    <dgm:pt modelId="{70FA91DE-31F9-44D5-BC80-FA2AFC456C33}">
      <dgm:prSet/>
      <dgm:spPr/>
      <dgm:t>
        <a:bodyPr/>
        <a:lstStyle/>
        <a:p>
          <a:r>
            <a:rPr lang="fr-FR" b="1" dirty="0">
              <a:latin typeface="Bookman Old Style" panose="02050604050505020204" pitchFamily="18" charset="0"/>
            </a:rPr>
            <a:t>PLAN DETAILLE</a:t>
          </a:r>
          <a:endParaRPr lang="fr-FR" dirty="0">
            <a:latin typeface="Bookman Old Style" panose="02050604050505020204" pitchFamily="18" charset="0"/>
          </a:endParaRPr>
        </a:p>
      </dgm:t>
    </dgm:pt>
    <dgm:pt modelId="{D28481CC-6FC0-4763-965B-1DAE9C7CD6B8}" type="parTrans" cxnId="{F88CA843-D6B5-4A39-BE6E-54FE84D35D25}">
      <dgm:prSet/>
      <dgm:spPr/>
      <dgm:t>
        <a:bodyPr/>
        <a:lstStyle/>
        <a:p>
          <a:endParaRPr lang="fr-FR"/>
        </a:p>
      </dgm:t>
    </dgm:pt>
    <dgm:pt modelId="{18CE3412-2F82-4706-BB12-59432CBBF0FA}" type="sibTrans" cxnId="{F88CA843-D6B5-4A39-BE6E-54FE84D35D25}">
      <dgm:prSet/>
      <dgm:spPr/>
      <dgm:t>
        <a:bodyPr/>
        <a:lstStyle/>
        <a:p>
          <a:endParaRPr lang="fr-FR"/>
        </a:p>
      </dgm:t>
    </dgm:pt>
    <dgm:pt modelId="{B4828A70-7AFA-43FD-A8DC-7FFE737A9012}" type="pres">
      <dgm:prSet presAssocID="{7B3C07FE-7083-4E6B-B2AD-19F50038035D}" presName="compositeShape" presStyleCnt="0">
        <dgm:presLayoutVars>
          <dgm:chMax val="7"/>
          <dgm:dir/>
          <dgm:resizeHandles val="exact"/>
        </dgm:presLayoutVars>
      </dgm:prSet>
      <dgm:spPr/>
    </dgm:pt>
    <dgm:pt modelId="{D6F9E1C8-BEE4-43EA-B59E-6AF4F15F3D75}" type="pres">
      <dgm:prSet presAssocID="{70FA91DE-31F9-44D5-BC80-FA2AFC456C33}" presName="circ1TxSh" presStyleLbl="vennNode1" presStyleIdx="0" presStyleCnt="1" custScaleX="469185"/>
      <dgm:spPr/>
    </dgm:pt>
  </dgm:ptLst>
  <dgm:cxnLst>
    <dgm:cxn modelId="{F88CA843-D6B5-4A39-BE6E-54FE84D35D25}" srcId="{7B3C07FE-7083-4E6B-B2AD-19F50038035D}" destId="{70FA91DE-31F9-44D5-BC80-FA2AFC456C33}" srcOrd="0" destOrd="0" parTransId="{D28481CC-6FC0-4763-965B-1DAE9C7CD6B8}" sibTransId="{18CE3412-2F82-4706-BB12-59432CBBF0FA}"/>
    <dgm:cxn modelId="{204C957C-4999-42E2-89EA-F833CCDB41B7}" type="presOf" srcId="{7B3C07FE-7083-4E6B-B2AD-19F50038035D}" destId="{B4828A70-7AFA-43FD-A8DC-7FFE737A9012}" srcOrd="0" destOrd="0" presId="urn:microsoft.com/office/officeart/2005/8/layout/venn1"/>
    <dgm:cxn modelId="{836460BE-D13E-45C1-96D6-A6C730179957}" type="presOf" srcId="{70FA91DE-31F9-44D5-BC80-FA2AFC456C33}" destId="{D6F9E1C8-BEE4-43EA-B59E-6AF4F15F3D75}" srcOrd="0" destOrd="0" presId="urn:microsoft.com/office/officeart/2005/8/layout/venn1"/>
    <dgm:cxn modelId="{15D4E60D-AC1B-4687-B961-5C500578BEE6}" type="presParOf" srcId="{B4828A70-7AFA-43FD-A8DC-7FFE737A9012}" destId="{D6F9E1C8-BEE4-43EA-B59E-6AF4F15F3D75}" srcOrd="0" destOrd="0" presId="urn:microsoft.com/office/officeart/2005/8/layout/venn1"/>
  </dgm:cxnLst>
  <dgm:bg/>
  <dgm:whole/>
  <dgm:extLst>
    <a:ext uri="http://schemas.microsoft.com/office/drawing/2008/diagram">
      <dsp:dataModelExt xmlns:dsp="http://schemas.microsoft.com/office/drawing/2008/diagram" relId="rId42"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62407721-F30D-4F3C-B48C-F10F5F514056}" type="doc">
      <dgm:prSet loTypeId="urn:microsoft.com/office/officeart/2005/8/layout/hList7" loCatId="list" qsTypeId="urn:microsoft.com/office/officeart/2005/8/quickstyle/simple1" qsCatId="simple" csTypeId="urn:microsoft.com/office/officeart/2005/8/colors/accent1_2" csCatId="accent1"/>
      <dgm:spPr/>
      <dgm:t>
        <a:bodyPr/>
        <a:lstStyle/>
        <a:p>
          <a:endParaRPr lang="fr-FR"/>
        </a:p>
      </dgm:t>
    </dgm:pt>
    <dgm:pt modelId="{D1959B8F-6AA5-4B03-947C-8F908FF4C67F}">
      <dgm:prSet custT="1"/>
      <dgm:spPr/>
      <dgm:t>
        <a:bodyPr/>
        <a:lstStyle/>
        <a:p>
          <a:r>
            <a:rPr lang="fr-FR" sz="1600" dirty="0">
              <a:latin typeface="Bookman Old Style" panose="02050604050505020204" pitchFamily="18" charset="0"/>
            </a:rPr>
            <a:t>INTRODUCTION</a:t>
          </a:r>
        </a:p>
      </dgm:t>
    </dgm:pt>
    <dgm:pt modelId="{5A17761B-E4E3-4C96-B216-A9B616456390}" type="parTrans" cxnId="{4F91C8A1-BA84-4AFF-A45D-2A1AE76662F9}">
      <dgm:prSet/>
      <dgm:spPr/>
      <dgm:t>
        <a:bodyPr/>
        <a:lstStyle/>
        <a:p>
          <a:endParaRPr lang="fr-FR"/>
        </a:p>
      </dgm:t>
    </dgm:pt>
    <dgm:pt modelId="{6182830B-7FFE-4DF6-8399-BF27BF9B6998}" type="sibTrans" cxnId="{4F91C8A1-BA84-4AFF-A45D-2A1AE76662F9}">
      <dgm:prSet/>
      <dgm:spPr/>
      <dgm:t>
        <a:bodyPr/>
        <a:lstStyle/>
        <a:p>
          <a:endParaRPr lang="fr-FR"/>
        </a:p>
      </dgm:t>
    </dgm:pt>
    <dgm:pt modelId="{AD39F448-837F-4A55-8C3F-FA48FFA88D84}" type="pres">
      <dgm:prSet presAssocID="{62407721-F30D-4F3C-B48C-F10F5F514056}" presName="Name0" presStyleCnt="0">
        <dgm:presLayoutVars>
          <dgm:dir/>
          <dgm:resizeHandles val="exact"/>
        </dgm:presLayoutVars>
      </dgm:prSet>
      <dgm:spPr/>
    </dgm:pt>
    <dgm:pt modelId="{42C54258-DCA2-402C-AFC1-14EFCC7B79C6}" type="pres">
      <dgm:prSet presAssocID="{62407721-F30D-4F3C-B48C-F10F5F514056}" presName="fgShape" presStyleLbl="fgShp" presStyleIdx="0" presStyleCnt="1"/>
      <dgm:spPr/>
    </dgm:pt>
    <dgm:pt modelId="{7B2BC89B-945F-4AD8-8191-3F1299F70AD9}" type="pres">
      <dgm:prSet presAssocID="{62407721-F30D-4F3C-B48C-F10F5F514056}" presName="linComp" presStyleCnt="0"/>
      <dgm:spPr/>
    </dgm:pt>
    <dgm:pt modelId="{FA1AFD3F-51F2-47C1-9FC7-5613EEE60EC8}" type="pres">
      <dgm:prSet presAssocID="{D1959B8F-6AA5-4B03-947C-8F908FF4C67F}" presName="compNode" presStyleCnt="0"/>
      <dgm:spPr/>
    </dgm:pt>
    <dgm:pt modelId="{70AB012C-6567-4384-9448-4E02BAC2D730}" type="pres">
      <dgm:prSet presAssocID="{D1959B8F-6AA5-4B03-947C-8F908FF4C67F}" presName="bkgdShape" presStyleLbl="node1" presStyleIdx="0" presStyleCnt="1"/>
      <dgm:spPr/>
    </dgm:pt>
    <dgm:pt modelId="{1A7768CF-508F-4E70-8400-9C83FA2364D8}" type="pres">
      <dgm:prSet presAssocID="{D1959B8F-6AA5-4B03-947C-8F908FF4C67F}" presName="nodeTx" presStyleLbl="node1" presStyleIdx="0" presStyleCnt="1">
        <dgm:presLayoutVars>
          <dgm:bulletEnabled val="1"/>
        </dgm:presLayoutVars>
      </dgm:prSet>
      <dgm:spPr/>
    </dgm:pt>
    <dgm:pt modelId="{AF4AB3EF-431C-4638-B8E9-24ED8621EFFE}" type="pres">
      <dgm:prSet presAssocID="{D1959B8F-6AA5-4B03-947C-8F908FF4C67F}" presName="invisiNode" presStyleLbl="node1" presStyleIdx="0" presStyleCnt="1"/>
      <dgm:spPr/>
    </dgm:pt>
    <dgm:pt modelId="{8D87F3E0-F9EC-48EA-9922-9B79AA500E47}" type="pres">
      <dgm:prSet presAssocID="{D1959B8F-6AA5-4B03-947C-8F908FF4C67F}" presName="imagNode" presStyleLbl="fgImgPlace1" presStyleIdx="0" presStyleCnt="1"/>
      <dgm:spPr/>
    </dgm:pt>
  </dgm:ptLst>
  <dgm:cxnLst>
    <dgm:cxn modelId="{CA65A916-2214-46A4-8E0C-1029A58AFBF1}" type="presOf" srcId="{D1959B8F-6AA5-4B03-947C-8F908FF4C67F}" destId="{1A7768CF-508F-4E70-8400-9C83FA2364D8}" srcOrd="1" destOrd="0" presId="urn:microsoft.com/office/officeart/2005/8/layout/hList7"/>
    <dgm:cxn modelId="{D4B9226A-CCF7-4F6B-955B-553315BC2346}" type="presOf" srcId="{D1959B8F-6AA5-4B03-947C-8F908FF4C67F}" destId="{70AB012C-6567-4384-9448-4E02BAC2D730}" srcOrd="0" destOrd="0" presId="urn:microsoft.com/office/officeart/2005/8/layout/hList7"/>
    <dgm:cxn modelId="{4F91C8A1-BA84-4AFF-A45D-2A1AE76662F9}" srcId="{62407721-F30D-4F3C-B48C-F10F5F514056}" destId="{D1959B8F-6AA5-4B03-947C-8F908FF4C67F}" srcOrd="0" destOrd="0" parTransId="{5A17761B-E4E3-4C96-B216-A9B616456390}" sibTransId="{6182830B-7FFE-4DF6-8399-BF27BF9B6998}"/>
    <dgm:cxn modelId="{D79E1EDD-E466-4883-BFD3-CD73800271DC}" type="presOf" srcId="{62407721-F30D-4F3C-B48C-F10F5F514056}" destId="{AD39F448-837F-4A55-8C3F-FA48FFA88D84}" srcOrd="0" destOrd="0" presId="urn:microsoft.com/office/officeart/2005/8/layout/hList7"/>
    <dgm:cxn modelId="{6D075ADA-7D27-4E8C-978B-14F367D785C0}" type="presParOf" srcId="{AD39F448-837F-4A55-8C3F-FA48FFA88D84}" destId="{42C54258-DCA2-402C-AFC1-14EFCC7B79C6}" srcOrd="0" destOrd="0" presId="urn:microsoft.com/office/officeart/2005/8/layout/hList7"/>
    <dgm:cxn modelId="{FE7A4BB1-C02A-45E7-81EE-2C9918F5AB23}" type="presParOf" srcId="{AD39F448-837F-4A55-8C3F-FA48FFA88D84}" destId="{7B2BC89B-945F-4AD8-8191-3F1299F70AD9}" srcOrd="1" destOrd="0" presId="urn:microsoft.com/office/officeart/2005/8/layout/hList7"/>
    <dgm:cxn modelId="{2449FBEB-8111-4FFE-8B10-E934165B0DD8}" type="presParOf" srcId="{7B2BC89B-945F-4AD8-8191-3F1299F70AD9}" destId="{FA1AFD3F-51F2-47C1-9FC7-5613EEE60EC8}" srcOrd="0" destOrd="0" presId="urn:microsoft.com/office/officeart/2005/8/layout/hList7"/>
    <dgm:cxn modelId="{D6C6A395-C7E6-43C6-9433-14BF2795BF5F}" type="presParOf" srcId="{FA1AFD3F-51F2-47C1-9FC7-5613EEE60EC8}" destId="{70AB012C-6567-4384-9448-4E02BAC2D730}" srcOrd="0" destOrd="0" presId="urn:microsoft.com/office/officeart/2005/8/layout/hList7"/>
    <dgm:cxn modelId="{5439E5BD-5A5E-4EB6-8A01-BC7563A60049}" type="presParOf" srcId="{FA1AFD3F-51F2-47C1-9FC7-5613EEE60EC8}" destId="{1A7768CF-508F-4E70-8400-9C83FA2364D8}" srcOrd="1" destOrd="0" presId="urn:microsoft.com/office/officeart/2005/8/layout/hList7"/>
    <dgm:cxn modelId="{818B6C74-A7ED-4C86-8A61-996A857F3283}" type="presParOf" srcId="{FA1AFD3F-51F2-47C1-9FC7-5613EEE60EC8}" destId="{AF4AB3EF-431C-4638-B8E9-24ED8621EFFE}" srcOrd="2" destOrd="0" presId="urn:microsoft.com/office/officeart/2005/8/layout/hList7"/>
    <dgm:cxn modelId="{A1411906-959E-445D-B83C-98363F04448D}" type="presParOf" srcId="{FA1AFD3F-51F2-47C1-9FC7-5613EEE60EC8}" destId="{8D87F3E0-F9EC-48EA-9922-9B79AA500E47}" srcOrd="3" destOrd="0" presId="urn:microsoft.com/office/officeart/2005/8/layout/hList7"/>
  </dgm:cxnLst>
  <dgm:bg/>
  <dgm:whole/>
  <dgm:extLst>
    <a:ext uri="http://schemas.microsoft.com/office/drawing/2008/diagram">
      <dsp:dataModelExt xmlns:dsp="http://schemas.microsoft.com/office/drawing/2008/diagram" relId="rId4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334810-DBE7-4B5A-B1B2-0761F4E54B28}">
      <dsp:nvSpPr>
        <dsp:cNvPr id="0" name=""/>
        <dsp:cNvSpPr/>
      </dsp:nvSpPr>
      <dsp:spPr>
        <a:xfrm>
          <a:off x="489919" y="280"/>
          <a:ext cx="3543259" cy="665213"/>
        </a:xfrm>
        <a:prstGeom prst="chevron">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10160" rIns="0" bIns="10160" numCol="1" spcCol="1270" anchor="ctr" anchorCtr="0">
          <a:noAutofit/>
        </a:bodyPr>
        <a:lstStyle/>
        <a:p>
          <a:pPr marL="0" lvl="0" indent="0" algn="ctr" defTabSz="711200">
            <a:lnSpc>
              <a:spcPct val="90000"/>
            </a:lnSpc>
            <a:spcBef>
              <a:spcPct val="0"/>
            </a:spcBef>
            <a:spcAft>
              <a:spcPct val="35000"/>
            </a:spcAft>
            <a:buNone/>
          </a:pPr>
          <a:r>
            <a:rPr lang="fr-FR" sz="1600" b="1" kern="1200" dirty="0">
              <a:latin typeface="Bookman Old Style" panose="02050604050505020204" pitchFamily="18" charset="0"/>
            </a:rPr>
            <a:t>INTRODUCTION</a:t>
          </a:r>
          <a:endParaRPr lang="fr-FR" sz="1600" kern="1200" dirty="0">
            <a:latin typeface="Bookman Old Style" panose="02050604050505020204" pitchFamily="18" charset="0"/>
          </a:endParaRPr>
        </a:p>
      </dsp:txBody>
      <dsp:txXfrm>
        <a:off x="822526" y="280"/>
        <a:ext cx="2878046" cy="66521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A67F4A-C63E-4CEE-A91C-CCCD7D187FBC}">
      <dsp:nvSpPr>
        <dsp:cNvPr id="0" name=""/>
        <dsp:cNvSpPr/>
      </dsp:nvSpPr>
      <dsp:spPr>
        <a:xfrm>
          <a:off x="3158" y="1135"/>
          <a:ext cx="4336575" cy="1163759"/>
        </a:xfrm>
        <a:prstGeom prst="chevron">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10160" rIns="0" bIns="10160" numCol="1" spcCol="1270" anchor="ctr" anchorCtr="0">
          <a:noAutofit/>
        </a:bodyPr>
        <a:lstStyle/>
        <a:p>
          <a:pPr marL="0" lvl="0" indent="0" algn="ctr" defTabSz="711200">
            <a:lnSpc>
              <a:spcPct val="90000"/>
            </a:lnSpc>
            <a:spcBef>
              <a:spcPct val="0"/>
            </a:spcBef>
            <a:spcAft>
              <a:spcPct val="35000"/>
            </a:spcAft>
            <a:buNone/>
          </a:pPr>
          <a:r>
            <a:rPr lang="fr-FR" sz="1600" b="1" kern="1200" dirty="0">
              <a:latin typeface="Bookman Old Style" panose="02050604050505020204" pitchFamily="18" charset="0"/>
            </a:rPr>
            <a:t>Partie I : </a:t>
          </a:r>
          <a:r>
            <a:rPr lang="fr-FR" sz="1600" kern="1200" dirty="0">
              <a:latin typeface="Bookman Old Style" panose="02050604050505020204" pitchFamily="18" charset="0"/>
            </a:rPr>
            <a:t>La Cartographie des Menaces Cyber-Informationnelles contre l'Armée</a:t>
          </a:r>
        </a:p>
      </dsp:txBody>
      <dsp:txXfrm>
        <a:off x="585038" y="1135"/>
        <a:ext cx="3172816" cy="116375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74AA55-8A6E-4566-AD10-F53FAD4A76B6}">
      <dsp:nvSpPr>
        <dsp:cNvPr id="0" name=""/>
        <dsp:cNvSpPr/>
      </dsp:nvSpPr>
      <dsp:spPr>
        <a:xfrm>
          <a:off x="349482" y="375"/>
          <a:ext cx="3993410" cy="906398"/>
        </a:xfrm>
        <a:prstGeom prst="chevron">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10160" rIns="0" bIns="10160" numCol="1" spcCol="1270" anchor="ctr" anchorCtr="0">
          <a:noAutofit/>
        </a:bodyPr>
        <a:lstStyle/>
        <a:p>
          <a:pPr marL="0" lvl="0" indent="0" algn="ctr" defTabSz="711200">
            <a:lnSpc>
              <a:spcPct val="90000"/>
            </a:lnSpc>
            <a:spcBef>
              <a:spcPct val="0"/>
            </a:spcBef>
            <a:spcAft>
              <a:spcPct val="35000"/>
            </a:spcAft>
            <a:buNone/>
          </a:pPr>
          <a:r>
            <a:rPr lang="fr-FR" sz="1600" b="1" kern="1200" dirty="0">
              <a:latin typeface="Bookman Old Style" panose="02050604050505020204" pitchFamily="18" charset="0"/>
            </a:rPr>
            <a:t>Partie II : </a:t>
          </a:r>
          <a:r>
            <a:rPr lang="fr-FR" sz="1600" kern="1200" dirty="0">
              <a:latin typeface="Bookman Old Style" panose="02050604050505020204" pitchFamily="18" charset="0"/>
            </a:rPr>
            <a:t>Le Dispositif de Protection et de Riposte </a:t>
          </a:r>
        </a:p>
      </dsp:txBody>
      <dsp:txXfrm>
        <a:off x="802681" y="375"/>
        <a:ext cx="3087012" cy="90639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A53114-6A25-4859-8B41-FEDBB41A02CF}">
      <dsp:nvSpPr>
        <dsp:cNvPr id="0" name=""/>
        <dsp:cNvSpPr/>
      </dsp:nvSpPr>
      <dsp:spPr>
        <a:xfrm>
          <a:off x="63038" y="0"/>
          <a:ext cx="4819524" cy="971130"/>
        </a:xfrm>
        <a:prstGeom prst="chevron">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13970" rIns="0" bIns="13970" numCol="1" spcCol="1270" anchor="ctr" anchorCtr="0">
          <a:noAutofit/>
        </a:bodyPr>
        <a:lstStyle/>
        <a:p>
          <a:pPr marL="0" lvl="0" indent="0" algn="ctr" defTabSz="977900">
            <a:lnSpc>
              <a:spcPct val="90000"/>
            </a:lnSpc>
            <a:spcBef>
              <a:spcPct val="0"/>
            </a:spcBef>
            <a:spcAft>
              <a:spcPct val="35000"/>
            </a:spcAft>
            <a:buNone/>
          </a:pPr>
          <a:r>
            <a:rPr lang="fr-FR" sz="2200" b="1" kern="1200" dirty="0">
              <a:latin typeface="Bookman Old Style" panose="02050604050505020204" pitchFamily="18" charset="0"/>
            </a:rPr>
            <a:t>Partie III : </a:t>
          </a:r>
          <a:r>
            <a:rPr lang="fr-FR" sz="2200" kern="1200" dirty="0">
              <a:latin typeface="Bookman Old Style" panose="02050604050505020204" pitchFamily="18" charset="0"/>
            </a:rPr>
            <a:t>Les Défis Persistants et les Perspectives d'Amélioration</a:t>
          </a:r>
        </a:p>
      </dsp:txBody>
      <dsp:txXfrm>
        <a:off x="548603" y="0"/>
        <a:ext cx="3848394" cy="97113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8DBFF4-FF94-43E2-B859-01A34A2EEAD3}">
      <dsp:nvSpPr>
        <dsp:cNvPr id="0" name=""/>
        <dsp:cNvSpPr/>
      </dsp:nvSpPr>
      <dsp:spPr>
        <a:xfrm>
          <a:off x="491391" y="619"/>
          <a:ext cx="4930839" cy="906529"/>
        </a:xfrm>
        <a:prstGeom prst="chevron">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10160" rIns="0" bIns="10160" numCol="1" spcCol="1270" anchor="ctr" anchorCtr="0">
          <a:noAutofit/>
        </a:bodyPr>
        <a:lstStyle/>
        <a:p>
          <a:pPr marL="0" lvl="0" indent="0" algn="ctr" defTabSz="711200">
            <a:lnSpc>
              <a:spcPct val="90000"/>
            </a:lnSpc>
            <a:spcBef>
              <a:spcPct val="0"/>
            </a:spcBef>
            <a:spcAft>
              <a:spcPct val="35000"/>
            </a:spcAft>
            <a:buNone/>
          </a:pPr>
          <a:r>
            <a:rPr lang="fr-FR" sz="1600" b="1" kern="1200" dirty="0">
              <a:latin typeface="Bookman Old Style" panose="02050604050505020204" pitchFamily="18" charset="0"/>
            </a:rPr>
            <a:t>Partie IV :CONTEXTE : </a:t>
          </a:r>
          <a:r>
            <a:rPr lang="fr-FR" sz="1600" kern="1200" dirty="0">
              <a:latin typeface="Bookman Old Style" panose="02050604050505020204" pitchFamily="18" charset="0"/>
            </a:rPr>
            <a:t>Cas du Cameroun</a:t>
          </a:r>
        </a:p>
      </dsp:txBody>
      <dsp:txXfrm>
        <a:off x="944656" y="619"/>
        <a:ext cx="4024310" cy="90652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774A38-438F-4CAC-B01F-E1870F2FDDBA}">
      <dsp:nvSpPr>
        <dsp:cNvPr id="0" name=""/>
        <dsp:cNvSpPr/>
      </dsp:nvSpPr>
      <dsp:spPr>
        <a:xfrm>
          <a:off x="452989" y="54"/>
          <a:ext cx="3432694" cy="770284"/>
        </a:xfrm>
        <a:prstGeom prst="chevron">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10160" rIns="0" bIns="10160" numCol="1" spcCol="1270" anchor="ctr" anchorCtr="0">
          <a:noAutofit/>
        </a:bodyPr>
        <a:lstStyle/>
        <a:p>
          <a:pPr marL="0" lvl="0" indent="0" algn="ctr" defTabSz="711200">
            <a:lnSpc>
              <a:spcPct val="90000"/>
            </a:lnSpc>
            <a:spcBef>
              <a:spcPct val="0"/>
            </a:spcBef>
            <a:spcAft>
              <a:spcPct val="35000"/>
            </a:spcAft>
            <a:buNone/>
          </a:pPr>
          <a:r>
            <a:rPr lang="fr-FR" sz="1600" b="1" kern="1200" dirty="0">
              <a:latin typeface="Bookman Old Style" panose="02050604050505020204" pitchFamily="18" charset="0"/>
            </a:rPr>
            <a:t>Partie V : </a:t>
          </a:r>
          <a:r>
            <a:rPr lang="fr-FR" sz="1600" kern="1200" dirty="0">
              <a:latin typeface="Bookman Old Style" panose="02050604050505020204" pitchFamily="18" charset="0"/>
            </a:rPr>
            <a:t>Cas pratique</a:t>
          </a:r>
        </a:p>
      </dsp:txBody>
      <dsp:txXfrm>
        <a:off x="838131" y="54"/>
        <a:ext cx="2662410" cy="77028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3022B2-0327-4614-A059-6202BC9DB611}">
      <dsp:nvSpPr>
        <dsp:cNvPr id="0" name=""/>
        <dsp:cNvSpPr/>
      </dsp:nvSpPr>
      <dsp:spPr>
        <a:xfrm>
          <a:off x="346974" y="298"/>
          <a:ext cx="2889101" cy="769795"/>
        </a:xfrm>
        <a:prstGeom prst="chevron">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10160" rIns="0" bIns="10160" numCol="1" spcCol="1270" anchor="ctr" anchorCtr="0">
          <a:noAutofit/>
        </a:bodyPr>
        <a:lstStyle/>
        <a:p>
          <a:pPr marL="0" lvl="0" indent="0" algn="ctr" defTabSz="711200">
            <a:lnSpc>
              <a:spcPct val="90000"/>
            </a:lnSpc>
            <a:spcBef>
              <a:spcPct val="0"/>
            </a:spcBef>
            <a:spcAft>
              <a:spcPct val="35000"/>
            </a:spcAft>
            <a:buNone/>
          </a:pPr>
          <a:r>
            <a:rPr lang="fr-FR" sz="1600" b="1" kern="1200" dirty="0">
              <a:latin typeface="Bookman Old Style" panose="02050604050505020204" pitchFamily="18" charset="0"/>
            </a:rPr>
            <a:t>Conclusion  </a:t>
          </a:r>
          <a:endParaRPr lang="fr-FR" sz="1600" kern="1200" dirty="0">
            <a:latin typeface="Bookman Old Style" panose="02050604050505020204" pitchFamily="18" charset="0"/>
          </a:endParaRPr>
        </a:p>
      </dsp:txBody>
      <dsp:txXfrm>
        <a:off x="731872" y="298"/>
        <a:ext cx="2119306" cy="769795"/>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6F9E1C8-BEE4-43EA-B59E-6AF4F15F3D75}">
      <dsp:nvSpPr>
        <dsp:cNvPr id="0" name=""/>
        <dsp:cNvSpPr/>
      </dsp:nvSpPr>
      <dsp:spPr>
        <a:xfrm>
          <a:off x="318188" y="0"/>
          <a:ext cx="2280074" cy="485965"/>
        </a:xfrm>
        <a:prstGeom prst="ellipse">
          <a:avLst/>
        </a:prstGeom>
        <a:solidFill>
          <a:schemeClr val="accent1">
            <a:alpha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r>
            <a:rPr lang="fr-FR" sz="1500" b="1" kern="1200" dirty="0">
              <a:latin typeface="Bookman Old Style" panose="02050604050505020204" pitchFamily="18" charset="0"/>
            </a:rPr>
            <a:t>PLAN DETAILLE</a:t>
          </a:r>
          <a:endParaRPr lang="fr-FR" sz="1500" kern="1200" dirty="0">
            <a:latin typeface="Bookman Old Style" panose="02050604050505020204" pitchFamily="18" charset="0"/>
          </a:endParaRPr>
        </a:p>
      </dsp:txBody>
      <dsp:txXfrm>
        <a:off x="652097" y="71168"/>
        <a:ext cx="1612256" cy="343629"/>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AB012C-6567-4384-9448-4E02BAC2D730}">
      <dsp:nvSpPr>
        <dsp:cNvPr id="0" name=""/>
        <dsp:cNvSpPr/>
      </dsp:nvSpPr>
      <dsp:spPr>
        <a:xfrm>
          <a:off x="0" y="0"/>
          <a:ext cx="2032987" cy="369332"/>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fr-FR" sz="1600" kern="1200" dirty="0">
              <a:latin typeface="Bookman Old Style" panose="02050604050505020204" pitchFamily="18" charset="0"/>
            </a:rPr>
            <a:t>INTRODUCTION</a:t>
          </a:r>
        </a:p>
      </dsp:txBody>
      <dsp:txXfrm>
        <a:off x="0" y="147732"/>
        <a:ext cx="2032987" cy="147732"/>
      </dsp:txXfrm>
    </dsp:sp>
    <dsp:sp modelId="{8D87F3E0-F9EC-48EA-9922-9B79AA500E47}">
      <dsp:nvSpPr>
        <dsp:cNvPr id="0" name=""/>
        <dsp:cNvSpPr/>
      </dsp:nvSpPr>
      <dsp:spPr>
        <a:xfrm>
          <a:off x="954999" y="22159"/>
          <a:ext cx="122987" cy="122987"/>
        </a:xfrm>
        <a:prstGeom prst="ellipse">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2C54258-DCA2-402C-AFC1-14EFCC7B79C6}">
      <dsp:nvSpPr>
        <dsp:cNvPr id="0" name=""/>
        <dsp:cNvSpPr/>
      </dsp:nvSpPr>
      <dsp:spPr>
        <a:xfrm>
          <a:off x="81319" y="295465"/>
          <a:ext cx="1870348" cy="55399"/>
        </a:xfrm>
        <a:prstGeom prst="leftRightArrow">
          <a:avLst/>
        </a:prstGeom>
        <a:solidFill>
          <a:schemeClr val="accent1">
            <a:tint val="6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9.xml><?xml version="1.0" encoding="utf-8"?>
<dgm:layoutDef xmlns:dgm="http://schemas.openxmlformats.org/drawingml/2006/diagram" xmlns:a="http://schemas.openxmlformats.org/drawingml/2006/main" uniqueId="urn:microsoft.com/office/officeart/2005/8/layout/hList7">
  <dgm:title val=""/>
  <dgm:desc val=""/>
  <dgm:catLst>
    <dgm:cat type="list" pri="12000"/>
    <dgm:cat type="process" pri="20000"/>
    <dgm:cat type="relationship" pri="14000"/>
    <dgm:cat type="convert" pri="8000"/>
    <dgm:cat type="picture" pri="25000"/>
    <dgm:cat type="pictureconvert"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fgShape" refType="w" fact="0.92"/>
      <dgm:constr type="h" for="ch" forName="fgShape" refType="h" fact="0.15"/>
      <dgm:constr type="b" for="ch" forName="fgShape" refType="h" fact="0.95"/>
      <dgm:constr type="ctrX" for="ch" forName="fgShape" refType="w" fact="0.5"/>
      <dgm:constr type="w" for="ch" forName="linComp" refType="w"/>
      <dgm:constr type="h" for="ch" forName="linComp" refType="h"/>
      <dgm:constr type="ctrX" for="ch" forName="linComp" refType="w" fact="0.5"/>
    </dgm:constrLst>
    <dgm:ruleLst/>
    <dgm:layoutNode name="fgShape" styleLbl="fgShp">
      <dgm:alg type="sp"/>
      <dgm:shape xmlns:r="http://schemas.openxmlformats.org/officeDocument/2006/relationships" type="leftRightArrow" r:blip="" zOrderOff="99999">
        <dgm:adjLst/>
      </dgm:shape>
      <dgm:presOf/>
      <dgm:constrLst/>
      <dgm:ruleLst/>
    </dgm:layoutNode>
    <dgm:layoutNode name="linComp">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03"/>
        <dgm:constr type="primFontSz" for="des" ptType="node" op="equ" val="65"/>
      </dgm:constrLst>
      <dgm:ruleLst/>
      <dgm:forEach name="nodesForEach" axis="ch" ptType="node">
        <dgm:layoutNode name="compNode">
          <dgm:alg type="composite"/>
          <dgm:shape xmlns:r="http://schemas.openxmlformats.org/officeDocument/2006/relationships" r:blip="">
            <dgm:adjLst/>
          </dgm:shape>
          <dgm:presOf/>
          <dgm:constrLst>
            <dgm:constr type="w" for="ch" forName="bkgdShape" refType="w"/>
            <dgm:constr type="h" for="ch" forName="bkgdShape" refType="h"/>
            <dgm:constr type="w" for="ch" forName="nodeTx" refType="w"/>
            <dgm:constr type="h" for="ch" forName="nodeTx" refType="h" fact="0.4"/>
            <dgm:constr type="b" for="ch" forName="nodeTx" refType="h" fact="0.8"/>
            <dgm:constr type="w" for="ch" forName="invisiNode" refType="w" fact="0.01"/>
            <dgm:constr type="h" for="ch" forName="invisiNode" refType="h" fact="0.06"/>
            <dgm:constr type="t" for="ch" forName="invisiNode"/>
            <dgm:constr type="ctrX" for="ch" forName="invisiNode" refType="w" fact="0.5"/>
            <dgm:constr type="h" for="ch" forName="imagNode" refType="h" fact="0.333"/>
            <dgm:constr type="w" for="ch" forName="imagNode" refType="h" refFor="ch" refForName="imagNode"/>
            <dgm:constr type="ctrX" for="ch" forName="imagNode" refType="w" fact="0.5"/>
            <dgm:constr type="t" for="ch" forName="imagNode" refType="h" fact="0.06"/>
            <dgm:constr type="w" for="ch" forName="imagNode" refType="w" op="lte" fact="0.94"/>
          </dgm:constrLst>
          <dgm:ruleLst/>
          <dgm:layoutNode name="bkgdShape">
            <dgm:alg type="sp"/>
            <dgm:shape xmlns:r="http://schemas.openxmlformats.org/officeDocument/2006/relationships" type="roundRect" r:blip="">
              <dgm:adjLst>
                <dgm:adj idx="1" val="0.1"/>
              </dgm:adjLst>
            </dgm:shape>
            <dgm:presOf axis="desOrSelf" ptType="node"/>
            <dgm:constrLst/>
            <dgm:ruleLst/>
          </dgm:layoutNode>
          <dgm:layoutNode name="nodeTx">
            <dgm:varLst>
              <dgm:bulletEnabled val="1"/>
            </dgm:varLst>
            <dgm:alg type="tx">
              <dgm:param type="txAnchorVert" val="mid"/>
              <dgm:param type="txAnchorHorzCh" val="ctr"/>
              <dgm:param type="stBulletLvl" val="2"/>
            </dgm:alg>
            <dgm:shape xmlns:r="http://schemas.openxmlformats.org/officeDocument/2006/relationships" type="rect" r:blip="" hideGeom="1">
              <dgm:adjLst/>
            </dgm:shape>
            <dgm:presOf axis="desOrSelf" ptType="node"/>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37F22E-BD1C-4681-86DD-AA8D6B948EA8}" type="datetimeFigureOut">
              <a:rPr lang="fr-FR" smtClean="0"/>
              <a:t>26/01/2026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1BE2FB-119D-4061-B317-684AF5B45172}" type="slidenum">
              <a:rPr lang="fr-FR" smtClean="0"/>
              <a:t>‹N°›</a:t>
            </a:fld>
            <a:endParaRPr lang="fr-FR"/>
          </a:p>
        </p:txBody>
      </p:sp>
    </p:spTree>
    <p:extLst>
      <p:ext uri="{BB962C8B-B14F-4D97-AF65-F5344CB8AC3E}">
        <p14:creationId xmlns:p14="http://schemas.microsoft.com/office/powerpoint/2010/main" val="24520546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masecurite.interieur.gouv.fr/fr/demarches-en-ligne/thesee-arnaques-internet-plainte-en-ligne"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www.google.com/search?q=Country+Code+Top-Level+Domain&amp;sca_esv=ef502ce5d60b7c34&amp;ei=Z19naciIIuSN9u8PgdHjiAE&amp;ved=2ahUKEwiC2rvh24qSAxWM87sIHRtUE3IQgK4QegQIARAB&amp;oq=DEFINIR+ccTLD&amp;gs_lp=Egxnd3Mtd2l6LXNlcnAiDURFRklOSVIgY2NUTEQyBRAAGO8FMggQABiiBBiJBTIFEAAY7wUyCBAAGIAEGKIEMgUQABjvBUitTlCtCVjAMHABeAGQAQCYAdkDoAHWB6oBBzItMi4wLjG4AQzIAQD4AQL4AQGYAgSgAu4HwgIKEAAYsAMY1gQYR5gDAIgGAZAGCJIHCTEuMC4yLjAuMaAH6AmyBwcyLTIuMC4xuAfpB8IHBTAuMS4zyAcPgAgA&amp;sclient=gws-wiz-serp&amp;mstk=AUtExfDV8a9HXjhZey6sHiH8cnAVc8voUf-sczonZ5hFADcBjMSXKzdBPpN9amQwjsNWijN4FMkCpsdFu4mI5T97lOEjBlKzZ9Wm7jNPTFxhWOEjexC-C6obNgBnQ5jNC7pktH0&amp;csui=3" TargetMode="External"/><Relationship Id="rId2" Type="http://schemas.openxmlformats.org/officeDocument/2006/relationships/slide" Target="../slides/slide12.xml"/><Relationship Id="rId1" Type="http://schemas.openxmlformats.org/officeDocument/2006/relationships/notesMaster" Target="../notesMasters/notesMaster1.xml"/><Relationship Id="rId5" Type="http://schemas.openxmlformats.org/officeDocument/2006/relationships/hyperlink" Target="https://www.google.com/search?q=cha%C3%AEne+de+confiance&amp;sca_esv=ef502ce5d60b7c34&amp;ei=zmFnaZ69J96G9u8PpKadwAE&amp;ved=2ahUKEwjOr6ep3IqSAxU8hv0HHZLACnsQgK4QegQIARAD&amp;oq=DEFINIR+le+protocole%C2%A0DNSSEC&amp;gs_lp=Egxnd3Mtd2l6LXNlcnAiHERFRklOSVIgbGUgcHJvdG9jb2xlwqBETlNTRUMyBRAhGKABSOUdUKMJWKMJcAF4AZABAJgBuAigAbgIqgEDNy0xuAEMyAEA-AEC-AEBmAICoALICMICChAAGLADGNYEGEeYAwCIBgGQBgiSBwUxLjYtMaAHwwGyBwM2LTG4B78IwgcFMC4xLjHIBwiACAA&amp;sclient=gws-wiz-serp&amp;mstk=AUtExfCQXg5CSmuwDlfroAbvEDSMXgtbHVhiIyYV_J1Pzdv3k9xwH8lhen5YImpCtM3E59Cy_AIoKSFYbBUyxVVDC9TxZfDiTEpNHslLy5S1hXxCz-N4xo72ZyX28R--S7U5MkI&amp;csui=3" TargetMode="External"/><Relationship Id="rId4" Type="http://schemas.openxmlformats.org/officeDocument/2006/relationships/hyperlink" Target="https://www.google.com/search?q=DNSSEC&amp;sca_esv=ef502ce5d60b7c34&amp;ei=zmFnaZ69J96G9u8PpKadwAE&amp;ved=2ahUKEwjOr6ep3IqSAxU8hv0HHZLACnsQgK4QegQIARAB&amp;oq=DEFINIR+le+protocole%C2%A0DNSSEC&amp;gs_lp=Egxnd3Mtd2l6LXNlcnAiHERFRklOSVIgbGUgcHJvdG9jb2xlwqBETlNTRUMyBRAhGKABSOUdUKMJWKMJcAF4AZABAJgBuAigAbgIqgEDNy0xuAEMyAEA-AEC-AEBmAICoALICMICChAAGLADGNYEGEeYAwCIBgGQBgiSBwUxLjYtMaAHwwGyBwM2LTG4B78IwgcFMC4xLjHIBwiACAA&amp;sclient=gws-wiz-serp&amp;mstk=AUtExfCQXg5CSmuwDlfroAbvEDSMXgtbHVhiIyYV_J1Pzdv3k9xwH8lhen5YImpCtM3E59Cy_AIoKSFYbBUyxVVDC9TxZfDiTEpNHslLy5S1hXxCz-N4xo72ZyX28R--S7U5MkI&amp;csui=3" TargetMode="Externa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871BE2FB-119D-4061-B317-684AF5B45172}" type="slidenum">
              <a:rPr lang="fr-FR" smtClean="0"/>
              <a:t>2</a:t>
            </a:fld>
            <a:endParaRPr lang="fr-FR"/>
          </a:p>
        </p:txBody>
      </p:sp>
    </p:spTree>
    <p:extLst>
      <p:ext uri="{BB962C8B-B14F-4D97-AF65-F5344CB8AC3E}">
        <p14:creationId xmlns:p14="http://schemas.microsoft.com/office/powerpoint/2010/main" val="7506931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sz="1400" b="0" i="0" kern="1200" dirty="0" err="1">
                <a:solidFill>
                  <a:schemeClr val="tx1"/>
                </a:solidFill>
                <a:effectLst/>
                <a:latin typeface="Bookman Old Style" panose="02050604050505020204" pitchFamily="18" charset="0"/>
                <a:ea typeface="+mn-ea"/>
                <a:cs typeface="+mn-cs"/>
              </a:rPr>
              <a:t>Deepfakes</a:t>
            </a:r>
            <a:r>
              <a:rPr lang="fr-FR" sz="1400" b="0" i="0" kern="1200" dirty="0">
                <a:solidFill>
                  <a:schemeClr val="tx1"/>
                </a:solidFill>
                <a:effectLst/>
                <a:latin typeface="Bookman Old Style" panose="02050604050505020204" pitchFamily="18" charset="0"/>
                <a:ea typeface="+mn-ea"/>
                <a:cs typeface="+mn-cs"/>
              </a:rPr>
              <a:t> sont des contenus multimédias (vidéos, images ou audios) générés ou manipulés par l'intelligence artificielle pour imiter de manière ultraréaliste l'apparence ou la voix d'une personne.</a:t>
            </a:r>
            <a:r>
              <a:rPr lang="fr-FR" sz="1200" b="0" i="0" kern="1200" dirty="0">
                <a:solidFill>
                  <a:schemeClr val="tx1"/>
                </a:solidFill>
                <a:effectLst/>
                <a:latin typeface="+mn-lt"/>
                <a:ea typeface="+mn-ea"/>
                <a:cs typeface="+mn-cs"/>
              </a:rPr>
              <a:t> </a:t>
            </a:r>
          </a:p>
          <a:p>
            <a:r>
              <a:rPr kumimoji="0" lang="fr-FR" altLang="fr-FR" sz="1200" b="0" i="0" u="none" strike="noStrike" cap="none" normalizeH="0" baseline="0" dirty="0">
                <a:ln>
                  <a:noFill/>
                </a:ln>
                <a:solidFill>
                  <a:srgbClr val="0A0A0A"/>
                </a:solidFill>
                <a:effectLst/>
                <a:latin typeface="Bookman Old Style" panose="02050604050505020204" pitchFamily="18" charset="0"/>
              </a:rPr>
              <a:t>Les algorithmes des réseaux sociaux privilégient les contenus suscitant de fortes émotions. Une fausse information se propagerait </a:t>
            </a:r>
            <a:r>
              <a:rPr kumimoji="0" lang="fr-FR" altLang="fr-FR" sz="1200" b="1" i="0" u="none" strike="noStrike" cap="none" normalizeH="0" baseline="0" dirty="0">
                <a:ln>
                  <a:noFill/>
                </a:ln>
                <a:solidFill>
                  <a:srgbClr val="0A0A0A"/>
                </a:solidFill>
                <a:effectLst/>
                <a:latin typeface="Bookman Old Style" panose="02050604050505020204" pitchFamily="18" charset="0"/>
              </a:rPr>
              <a:t>six fois plus vite</a:t>
            </a:r>
            <a:r>
              <a:rPr kumimoji="0" lang="fr-FR" altLang="fr-FR" sz="1200" b="0" i="0" u="none" strike="noStrike" cap="none" normalizeH="0" baseline="0" dirty="0">
                <a:ln>
                  <a:noFill/>
                </a:ln>
                <a:solidFill>
                  <a:srgbClr val="0A0A0A"/>
                </a:solidFill>
                <a:effectLst/>
                <a:latin typeface="Bookman Old Style" panose="02050604050505020204" pitchFamily="18" charset="0"/>
              </a:rPr>
              <a:t> qu'une information vraie sur certaines plateformes comme Facebook Instagram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altLang="fr-FR" sz="1200" b="0" i="0" u="none" strike="noStrike" cap="none" normalizeH="0" baseline="0" dirty="0">
                <a:ln>
                  <a:noFill/>
                </a:ln>
                <a:solidFill>
                  <a:srgbClr val="0A0A0A"/>
                </a:solidFill>
                <a:effectLst/>
                <a:latin typeface="Bookman Old Style" panose="02050604050505020204" pitchFamily="18" charset="0"/>
              </a:rPr>
              <a:t>Des réseaux automatisés sont utilisés pour amplifier artificiellement des messages et saturer le débat public.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altLang="fr-FR" sz="1200" b="0" i="0" u="none" strike="noStrike" cap="none" normalizeH="0" baseline="0" dirty="0">
                <a:ln>
                  <a:noFill/>
                </a:ln>
                <a:solidFill>
                  <a:srgbClr val="0A0A0A"/>
                </a:solidFill>
                <a:effectLst/>
                <a:latin typeface="Bookman Old Style" panose="02050604050505020204" pitchFamily="18" charset="0"/>
              </a:rPr>
              <a:t>Usines a trolls et bots sont des organisations coordonnées employant des individus réénumérés pour diffuser massivement les contenus sur les réseaux sociaux</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altLang="fr-FR" sz="1200" b="0" i="0" u="none" strike="noStrike" cap="none" normalizeH="0" baseline="0" dirty="0">
                <a:ln>
                  <a:noFill/>
                </a:ln>
                <a:solidFill>
                  <a:srgbClr val="0A0A0A"/>
                </a:solidFill>
                <a:effectLst/>
                <a:latin typeface="Bookman Old Style" panose="02050604050505020204" pitchFamily="18" charset="0"/>
              </a:rPr>
              <a:t>Politique: Manipuler des élections, déstabiliser un gouvernement ou influencer l'opinion publique sur des sujets comme le changement climatique.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altLang="fr-FR" sz="1200" b="0" i="0" u="none" strike="noStrike" cap="none" normalizeH="0" baseline="0" dirty="0">
                <a:ln>
                  <a:noFill/>
                </a:ln>
                <a:solidFill>
                  <a:srgbClr val="0A0A0A"/>
                </a:solidFill>
                <a:effectLst/>
                <a:latin typeface="Bookman Old Style" panose="02050604050505020204" pitchFamily="18" charset="0"/>
              </a:rPr>
              <a:t>Financier: Attirer du trafic sur des sites web pour générer des revenus publicitaires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altLang="fr-FR" sz="1200" b="0" i="0" u="none" strike="noStrike" cap="none" normalizeH="0" baseline="0" dirty="0">
                <a:ln>
                  <a:noFill/>
                </a:ln>
                <a:solidFill>
                  <a:srgbClr val="0A0A0A"/>
                </a:solidFill>
                <a:effectLst/>
                <a:latin typeface="Bookman Old Style" panose="02050604050505020204" pitchFamily="18" charset="0"/>
              </a:rPr>
              <a:t>Sociétal: Semer le doute et briser la confiance envers les institutions, les médias traditionnels et la science.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altLang="fr-FR" sz="1200" dirty="0">
                <a:solidFill>
                  <a:srgbClr val="0A0A0A"/>
                </a:solidFill>
                <a:latin typeface="Bookman Old Style" panose="02050604050505020204" pitchFamily="18" charset="0"/>
              </a:rPr>
              <a:t>1-Consulter des médias reconnus et des plateformes spécialisées pour croiser les sources.</a:t>
            </a:r>
          </a:p>
          <a:p>
            <a:pPr marL="0" marR="0" lvl="0" indent="0" algn="l" defTabSz="914400" rtl="0" eaLnBrk="1" fontAlgn="auto" latinLnBrk="0" hangingPunct="1">
              <a:lnSpc>
                <a:spcPct val="100000"/>
              </a:lnSpc>
              <a:spcBef>
                <a:spcPts val="0"/>
              </a:spcBef>
              <a:spcAft>
                <a:spcPts val="0"/>
              </a:spcAft>
              <a:buClrTx/>
              <a:buSzTx/>
              <a:buFontTx/>
              <a:buNone/>
              <a:tabLst/>
              <a:defRPr/>
            </a:pPr>
            <a:r>
              <a:rPr lang="fr-FR" altLang="fr-FR" sz="1200" dirty="0">
                <a:solidFill>
                  <a:srgbClr val="0A0A0A"/>
                </a:solidFill>
                <a:latin typeface="Bookman Old Style" panose="02050604050505020204" pitchFamily="18" charset="0"/>
              </a:rPr>
              <a:t>2-</a:t>
            </a:r>
            <a:r>
              <a:rPr kumimoji="0" lang="fr-FR" altLang="fr-FR" sz="1200" b="0" i="0" u="none" strike="noStrike" cap="none" normalizeH="0" baseline="0" dirty="0">
                <a:ln>
                  <a:noFill/>
                </a:ln>
                <a:solidFill>
                  <a:srgbClr val="0A0A0A"/>
                </a:solidFill>
                <a:effectLst/>
                <a:latin typeface="Bookman Old Style" panose="02050604050505020204" pitchFamily="18" charset="0"/>
              </a:rPr>
              <a:t>Des lois (comme en France ou au niveau de l'UE) permettent de sanctionner la diffusion massive de fausses nouvelles durant les périodes électorales. Apprendre à identifier les biais cognitifs, comme le biais de confirmation qui nous pousse à croire ce qui conforte nos opinions.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altLang="fr-FR" sz="1200" b="1" dirty="0">
                <a:solidFill>
                  <a:srgbClr val="0A0A0A"/>
                </a:solidFill>
                <a:latin typeface="Bookman Old Style" panose="02050604050505020204" pitchFamily="18" charset="0"/>
              </a:rPr>
              <a:t>B. L'usurpation d'identité et le piratage: L'usurpation</a:t>
            </a:r>
            <a:r>
              <a:rPr lang="fr-FR" sz="1200" dirty="0">
                <a:latin typeface="Bookman Old Style" panose="02050604050505020204" pitchFamily="18" charset="0"/>
              </a:rPr>
              <a:t> d'identité par l'image désigne le fait de détourner la photo ou l'apparence physique d'une personne (via des photos réelles ou des </a:t>
            </a:r>
            <a:r>
              <a:rPr lang="fr-FR" sz="1200" b="1" dirty="0" err="1">
                <a:latin typeface="Bookman Old Style" panose="02050604050505020204" pitchFamily="18" charset="0"/>
              </a:rPr>
              <a:t>deepfakes</a:t>
            </a:r>
            <a:r>
              <a:rPr lang="fr-FR" sz="1200" dirty="0">
                <a:latin typeface="Bookman Old Style" panose="02050604050505020204" pitchFamily="18" charset="0"/>
              </a:rPr>
              <a:t>) pour se faire passer pour elle, nuire à sa réputation ou commettre des fraudes</a:t>
            </a:r>
            <a:r>
              <a:rPr lang="fr-FR" dirty="0">
                <a:latin typeface="Bookman Old Style" panose="02050604050505020204" pitchFamily="18"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200" b="1" i="0" u="none" strike="noStrike" cap="none" normalizeH="0" baseline="0" dirty="0">
                <a:ln>
                  <a:noFill/>
                </a:ln>
                <a:solidFill>
                  <a:srgbClr val="0A0A0A"/>
                </a:solidFill>
                <a:effectLst/>
                <a:latin typeface="Bookman Old Style" panose="02050604050505020204" pitchFamily="18" charset="0"/>
              </a:rPr>
              <a:t>Délit pénal :</a:t>
            </a:r>
            <a:r>
              <a:rPr kumimoji="0" lang="fr-FR" altLang="fr-FR" sz="1200" b="0" i="0" u="none" strike="noStrike" cap="none" normalizeH="0" baseline="0" dirty="0">
                <a:ln>
                  <a:noFill/>
                </a:ln>
                <a:solidFill>
                  <a:srgbClr val="0A0A0A"/>
                </a:solidFill>
                <a:effectLst/>
                <a:latin typeface="Bookman Old Style" panose="02050604050505020204" pitchFamily="18" charset="0"/>
              </a:rPr>
              <a:t> L'usurpation d'identité est punie d'</a:t>
            </a:r>
            <a:r>
              <a:rPr kumimoji="0" lang="fr-FR" altLang="fr-FR" sz="1200" b="1" i="0" u="none" strike="noStrike" cap="none" normalizeH="0" baseline="0" dirty="0">
                <a:ln>
                  <a:noFill/>
                </a:ln>
                <a:solidFill>
                  <a:srgbClr val="0A0A0A"/>
                </a:solidFill>
                <a:effectLst/>
                <a:latin typeface="Bookman Old Style" panose="02050604050505020204" pitchFamily="18" charset="0"/>
              </a:rPr>
              <a:t>un an d'emprisonnement et de 15 000 € d'amende</a:t>
            </a:r>
            <a:r>
              <a:rPr kumimoji="0" lang="fr-FR" altLang="fr-FR" sz="1200" b="0" i="0" u="none" strike="noStrike" cap="none" normalizeH="0" baseline="0" dirty="0">
                <a:ln>
                  <a:noFill/>
                </a:ln>
                <a:solidFill>
                  <a:srgbClr val="0A0A0A"/>
                </a:solidFill>
                <a:effectLst/>
                <a:latin typeface="Bookman Old Style" panose="02050604050505020204" pitchFamily="18" charset="0"/>
              </a:rPr>
              <a:t> soit 9.839.355 FCFA (Article 226-4-1 du Code pénal).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200" b="1" i="0" u="none" strike="noStrike" cap="none" normalizeH="0" baseline="0" dirty="0">
                <a:ln>
                  <a:noFill/>
                </a:ln>
                <a:solidFill>
                  <a:srgbClr val="0A0A0A"/>
                </a:solidFill>
                <a:effectLst/>
                <a:latin typeface="Bookman Old Style" panose="02050604050505020204" pitchFamily="18" charset="0"/>
              </a:rPr>
              <a:t>Protection de l'image :</a:t>
            </a:r>
            <a:r>
              <a:rPr kumimoji="0" lang="fr-FR" altLang="fr-FR" sz="1200" b="0" i="0" u="none" strike="noStrike" cap="none" normalizeH="0" baseline="0" dirty="0">
                <a:ln>
                  <a:noFill/>
                </a:ln>
                <a:solidFill>
                  <a:srgbClr val="0A0A0A"/>
                </a:solidFill>
                <a:effectLst/>
                <a:latin typeface="Bookman Old Style" panose="02050604050505020204" pitchFamily="18" charset="0"/>
              </a:rPr>
              <a:t> Publier ou utiliser l'image d'une personne sans son consentement est une violation du droit à l'image, passible d'un an de prison et 45 000 € d'amende (Article 226-1).</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altLang="fr-FR" sz="1200" b="1" dirty="0">
              <a:solidFill>
                <a:srgbClr val="0A0A0A"/>
              </a:solidFill>
              <a:latin typeface="Bookman Old Style" panose="020506040505050202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altLang="fr-FR" sz="1200" b="1" i="0" u="none" strike="noStrike" cap="none" normalizeH="0" baseline="0" dirty="0">
              <a:ln>
                <a:noFill/>
              </a:ln>
              <a:solidFill>
                <a:srgbClr val="0A0A0A"/>
              </a:solidFill>
              <a:effectLst/>
              <a:latin typeface="Bookman Old Style" panose="020506040505050202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fr-FR" altLang="fr-FR" sz="1200" dirty="0">
              <a:solidFill>
                <a:srgbClr val="0A0A0A"/>
              </a:solidFill>
              <a:latin typeface="Bookman Old Style" panose="020506040505050202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altLang="fr-FR" sz="1200" b="0" i="0" u="none" strike="noStrike" cap="none" normalizeH="0" baseline="0" dirty="0">
              <a:ln>
                <a:noFill/>
              </a:ln>
              <a:solidFill>
                <a:srgbClr val="0A0A0A"/>
              </a:solidFill>
              <a:effectLst/>
              <a:latin typeface="Bookman Old Style" panose="020506040505050202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fr-FR" altLang="fr-FR" sz="1200" dirty="0">
              <a:solidFill>
                <a:srgbClr val="0A0A0A"/>
              </a:solidFill>
              <a:latin typeface="Bookman Old Style" panose="020506040505050202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fr-FR" altLang="fr-FR" sz="1200" dirty="0">
              <a:solidFill>
                <a:srgbClr val="0A0A0A"/>
              </a:solidFill>
              <a:latin typeface="Bookman Old Style" panose="02050604050505020204" pitchFamily="18" charset="0"/>
            </a:endParaRPr>
          </a:p>
          <a:p>
            <a:endParaRPr lang="fr-FR"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altLang="fr-FR" sz="1200" b="0" i="0" u="none" strike="noStrike" cap="none" normalizeH="0" baseline="0" dirty="0">
              <a:ln>
                <a:noFill/>
              </a:ln>
              <a:solidFill>
                <a:srgbClr val="0A0A0A"/>
              </a:solidFill>
              <a:effectLst/>
              <a:latin typeface="Bookman Old Style" panose="020506040505050202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altLang="fr-FR" sz="1200" b="0" i="0" u="none" strike="noStrike" cap="none" normalizeH="0" baseline="0" dirty="0">
              <a:ln>
                <a:noFill/>
              </a:ln>
              <a:solidFill>
                <a:srgbClr val="0A0A0A"/>
              </a:solidFill>
              <a:effectLst/>
              <a:latin typeface="Bookman Old Style" panose="020506040505050202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fr-FR" altLang="fr-FR" sz="1200" dirty="0">
              <a:solidFill>
                <a:srgbClr val="0A0A0A"/>
              </a:solidFill>
              <a:latin typeface="Bookman Old Style" panose="02050604050505020204" pitchFamily="18" charset="0"/>
            </a:endParaRPr>
          </a:p>
          <a:p>
            <a:endParaRPr lang="fr-FR" dirty="0"/>
          </a:p>
          <a:p>
            <a:endParaRPr lang="fr-FR" dirty="0"/>
          </a:p>
        </p:txBody>
      </p:sp>
      <p:sp>
        <p:nvSpPr>
          <p:cNvPr id="4" name="Espace réservé du numéro de diapositive 3"/>
          <p:cNvSpPr>
            <a:spLocks noGrp="1"/>
          </p:cNvSpPr>
          <p:nvPr>
            <p:ph type="sldNum" sz="quarter" idx="5"/>
          </p:nvPr>
        </p:nvSpPr>
        <p:spPr/>
        <p:txBody>
          <a:bodyPr/>
          <a:lstStyle/>
          <a:p>
            <a:fld id="{871BE2FB-119D-4061-B317-684AF5B45172}" type="slidenum">
              <a:rPr lang="fr-FR" smtClean="0"/>
              <a:t>3</a:t>
            </a:fld>
            <a:endParaRPr lang="fr-FR"/>
          </a:p>
        </p:txBody>
      </p:sp>
    </p:spTree>
    <p:extLst>
      <p:ext uri="{BB962C8B-B14F-4D97-AF65-F5344CB8AC3E}">
        <p14:creationId xmlns:p14="http://schemas.microsoft.com/office/powerpoint/2010/main" val="30215652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kumimoji="0" lang="fr-FR" altLang="fr-FR" sz="1200" b="0" i="0" u="none" strike="noStrike" cap="none" normalizeH="0" baseline="0" dirty="0">
                <a:ln>
                  <a:noFill/>
                </a:ln>
                <a:solidFill>
                  <a:srgbClr val="0A0A0A"/>
                </a:solidFill>
                <a:effectLst/>
                <a:latin typeface="Bookman Old Style" panose="02050604050505020204" pitchFamily="18" charset="0"/>
              </a:rPr>
              <a:t>Limitez l'accès à vos photos de haute qualité sur les réseaux sociaux, car elles servent de base aux créations de l’IA.</a:t>
            </a:r>
          </a:p>
          <a:p>
            <a:r>
              <a:rPr kumimoji="0" lang="fr-FR" altLang="fr-FR" sz="1200" b="0" i="0" u="none" strike="noStrike" cap="none" normalizeH="0" baseline="0" dirty="0">
                <a:ln>
                  <a:noFill/>
                </a:ln>
                <a:solidFill>
                  <a:srgbClr val="0A0A0A"/>
                </a:solidFill>
                <a:effectLst/>
                <a:latin typeface="Bookman Old Style" panose="02050604050505020204" pitchFamily="18" charset="0"/>
              </a:rPr>
              <a:t>En 2026, la méfiance vis-à-vis des appels vidéo ou vocaux suspects est cruciale. L'IA peut désormais cloner une voix ou un visage en temps réel pour des "arnaques au président" ou des fraudes familiales. </a:t>
            </a:r>
          </a:p>
          <a:p>
            <a:pPr marL="0" marR="0" lvl="0" indent="0" algn="l" defTabSz="914400" rtl="0" eaLnBrk="0" fontAlgn="base" latinLnBrk="0" hangingPunct="0">
              <a:lnSpc>
                <a:spcPct val="150000"/>
              </a:lnSpc>
              <a:spcBef>
                <a:spcPct val="0"/>
              </a:spcBef>
              <a:spcAft>
                <a:spcPct val="0"/>
              </a:spcAft>
              <a:buClrTx/>
              <a:buSzTx/>
              <a:tabLst/>
            </a:pPr>
            <a:r>
              <a:rPr kumimoji="0" lang="fr-FR" sz="1200" b="0" i="0" u="none" strike="noStrike" cap="none" normalizeH="0" baseline="0" dirty="0">
                <a:ln>
                  <a:noFill/>
                </a:ln>
                <a:solidFill>
                  <a:srgbClr val="0A0A0A"/>
                </a:solidFill>
                <a:effectLst/>
                <a:latin typeface="Bookman Old Style" panose="02050604050505020204" pitchFamily="18" charset="0"/>
              </a:rPr>
              <a:t>3-</a:t>
            </a:r>
            <a:r>
              <a:rPr kumimoji="0" lang="fr-FR" altLang="fr-FR" sz="1200" b="1" i="0" u="none" strike="noStrike" cap="none" normalizeH="0" baseline="0" dirty="0">
                <a:ln>
                  <a:noFill/>
                </a:ln>
                <a:solidFill>
                  <a:srgbClr val="0A0A0A"/>
                </a:solidFill>
                <a:effectLst/>
                <a:latin typeface="Bookman Old Style" panose="02050604050505020204" pitchFamily="18" charset="0"/>
              </a:rPr>
              <a:t>Collecter des preuves :</a:t>
            </a:r>
            <a:r>
              <a:rPr kumimoji="0" lang="fr-FR" altLang="fr-FR" sz="1200" b="0" i="0" u="none" strike="noStrike" cap="none" normalizeH="0" baseline="0" dirty="0">
                <a:ln>
                  <a:noFill/>
                </a:ln>
                <a:solidFill>
                  <a:srgbClr val="0A0A0A"/>
                </a:solidFill>
                <a:effectLst/>
                <a:latin typeface="Bookman Old Style" panose="02050604050505020204" pitchFamily="18" charset="0"/>
              </a:rPr>
              <a:t> Faites des captures d'écran immédiatement (URL, profil, images truquées).</a:t>
            </a:r>
          </a:p>
          <a:p>
            <a:pPr marL="0" marR="0" lvl="0" indent="0" algn="l" defTabSz="914400" rtl="0" eaLnBrk="0" fontAlgn="base" latinLnBrk="0" hangingPunct="0">
              <a:lnSpc>
                <a:spcPct val="150000"/>
              </a:lnSpc>
              <a:spcBef>
                <a:spcPct val="0"/>
              </a:spcBef>
              <a:spcAft>
                <a:spcPct val="0"/>
              </a:spcAft>
              <a:buClrTx/>
              <a:buSzTx/>
              <a:tabLst/>
            </a:pPr>
            <a:r>
              <a:rPr kumimoji="0" lang="fr-FR" altLang="fr-FR" sz="1200" b="1" i="0" u="none" strike="noStrike" cap="none" normalizeH="0" baseline="0" dirty="0">
                <a:ln>
                  <a:noFill/>
                </a:ln>
                <a:solidFill>
                  <a:srgbClr val="0A0A0A"/>
                </a:solidFill>
                <a:effectLst/>
                <a:latin typeface="Bookman Old Style" panose="02050604050505020204" pitchFamily="18" charset="0"/>
              </a:rPr>
              <a:t> - Signaler :</a:t>
            </a:r>
            <a:r>
              <a:rPr kumimoji="0" lang="fr-FR" altLang="fr-FR" sz="1200" b="0" i="0" u="none" strike="noStrike" cap="none" normalizeH="0" baseline="0" dirty="0">
                <a:ln>
                  <a:noFill/>
                </a:ln>
                <a:solidFill>
                  <a:srgbClr val="0A0A0A"/>
                </a:solidFill>
                <a:effectLst/>
                <a:latin typeface="Bookman Old Style" panose="02050604050505020204" pitchFamily="18" charset="0"/>
              </a:rPr>
              <a:t> Utilisez la plateforme officielle </a:t>
            </a:r>
            <a:r>
              <a:rPr kumimoji="0" lang="fr-FR" altLang="fr-FR" sz="1200" b="1" i="0" u="none" strike="noStrike" cap="none" normalizeH="0" baseline="0" dirty="0">
                <a:ln>
                  <a:noFill/>
                </a:ln>
                <a:solidFill>
                  <a:srgbClr val="0A0A0A"/>
                </a:solidFill>
                <a:effectLst/>
                <a:latin typeface="Bookman Old Style" panose="02050604050505020204" pitchFamily="18" charset="0"/>
              </a:rPr>
              <a:t>PHAROS</a:t>
            </a:r>
            <a:r>
              <a:rPr kumimoji="0" lang="fr-FR" altLang="fr-FR" sz="1200" b="0" i="0" u="none" strike="noStrike" cap="none" normalizeH="0" baseline="0" dirty="0">
                <a:ln>
                  <a:noFill/>
                </a:ln>
                <a:solidFill>
                  <a:srgbClr val="0A0A0A"/>
                </a:solidFill>
                <a:effectLst/>
                <a:latin typeface="Bookman Old Style" panose="02050604050505020204" pitchFamily="18" charset="0"/>
              </a:rPr>
              <a:t> pour les contenus illicites.</a:t>
            </a:r>
          </a:p>
          <a:p>
            <a:pPr marL="0" marR="0" lvl="0" indent="0" algn="l" defTabSz="914400" rtl="0" eaLnBrk="0" fontAlgn="base" latinLnBrk="0" hangingPunct="0">
              <a:lnSpc>
                <a:spcPct val="150000"/>
              </a:lnSpc>
              <a:spcBef>
                <a:spcPct val="0"/>
              </a:spcBef>
              <a:spcAft>
                <a:spcPct val="0"/>
              </a:spcAft>
              <a:buClrTx/>
              <a:buSzTx/>
              <a:tabLst/>
            </a:pPr>
            <a:r>
              <a:rPr kumimoji="0" lang="fr-FR" altLang="fr-FR" sz="1200" b="1" i="0" u="none" strike="noStrike" cap="none" normalizeH="0" baseline="0" dirty="0">
                <a:ln>
                  <a:noFill/>
                </a:ln>
                <a:solidFill>
                  <a:srgbClr val="0A0A0A"/>
                </a:solidFill>
                <a:effectLst/>
                <a:latin typeface="Bookman Old Style" panose="02050604050505020204" pitchFamily="18" charset="0"/>
              </a:rPr>
              <a:t> - Porter plainte :</a:t>
            </a:r>
            <a:r>
              <a:rPr kumimoji="0" lang="fr-FR" altLang="fr-FR" sz="1200" b="0" i="0" u="none" strike="noStrike" cap="none" normalizeH="0" baseline="0" dirty="0">
                <a:ln>
                  <a:noFill/>
                </a:ln>
                <a:solidFill>
                  <a:srgbClr val="0A0A0A"/>
                </a:solidFill>
                <a:effectLst/>
                <a:latin typeface="Bookman Old Style" panose="02050604050505020204" pitchFamily="18" charset="0"/>
              </a:rPr>
              <a:t> Vous pouvez déposer une plainte en ligne via le dispositif </a:t>
            </a:r>
            <a:r>
              <a:rPr kumimoji="0" lang="fr-FR" altLang="fr-FR" sz="1200" b="0" i="0" u="none" strike="noStrike" cap="none" normalizeH="0" baseline="0" dirty="0">
                <a:ln>
                  <a:noFill/>
                </a:ln>
                <a:solidFill>
                  <a:srgbClr val="1A0DAB"/>
                </a:solidFill>
                <a:effectLst/>
                <a:latin typeface="Bookman Old Style" panose="02050604050505020204" pitchFamily="18" charset="0"/>
                <a:hlinkClick r:id="rId3"/>
              </a:rPr>
              <a:t>THESEE</a:t>
            </a:r>
            <a:r>
              <a:rPr kumimoji="0" lang="fr-FR" altLang="fr-FR" sz="1200" b="0" i="0" u="none" strike="noStrike" cap="none" normalizeH="0" baseline="0" dirty="0">
                <a:ln>
                  <a:noFill/>
                </a:ln>
                <a:solidFill>
                  <a:srgbClr val="0A0A0A"/>
                </a:solidFill>
                <a:effectLst/>
                <a:latin typeface="Bookman Old Style" panose="02050604050505020204" pitchFamily="18" charset="0"/>
              </a:rPr>
              <a:t> pour les arnaques sur internet</a:t>
            </a:r>
            <a:r>
              <a:rPr kumimoji="0" lang="fr-FR" altLang="fr-FR" sz="1050" b="0" i="0" u="none" strike="noStrike" cap="none" normalizeH="0" baseline="0" dirty="0">
                <a:ln>
                  <a:noFill/>
                </a:ln>
                <a:solidFill>
                  <a:srgbClr val="0A0A0A"/>
                </a:solidFill>
                <a:effectLst/>
                <a:latin typeface="Google Sans"/>
              </a:rPr>
              <a:t>.</a:t>
            </a:r>
          </a:p>
          <a:p>
            <a:pPr marL="0" marR="0" lvl="0" indent="0" algn="l" defTabSz="914400" rtl="0" eaLnBrk="0" fontAlgn="base" latinLnBrk="0" hangingPunct="0">
              <a:lnSpc>
                <a:spcPct val="150000"/>
              </a:lnSpc>
              <a:spcBef>
                <a:spcPct val="0"/>
              </a:spcBef>
              <a:spcAft>
                <a:spcPct val="0"/>
              </a:spcAft>
              <a:buClrTx/>
              <a:buSzTx/>
              <a:tabLst/>
            </a:pPr>
            <a:endParaRPr kumimoji="0" lang="fr-FR" altLang="fr-FR" sz="1050" b="0" i="0" u="none" strike="noStrike" cap="none" normalizeH="0" baseline="0" dirty="0">
              <a:ln>
                <a:noFill/>
              </a:ln>
              <a:solidFill>
                <a:srgbClr val="0A0A0A"/>
              </a:solidFill>
              <a:effectLst/>
              <a:latin typeface="Google San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050" dirty="0">
                <a:latin typeface="Bookman Old Style" panose="02050604050505020204" pitchFamily="18" charset="0"/>
              </a:rPr>
              <a:t>La guerre cognitive est une forme de conflit qui cible le cerveau humain comme champ de bataille. Contrairement à la guerre classique qui détruit des infrastructures, la guerre cognitive cherche à manipuler les perceptions, les émotions et les modes de raisonnement d'une population ou de décideurs pour modifier leur comportement. Elle utilise des outils comme l'intelligence artificielle, les réseaux sociaux et la désinformation, souvent de manière invisible.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altLang="fr-FR" sz="1050" b="1" dirty="0">
                <a:solidFill>
                  <a:srgbClr val="0A0A0A"/>
                </a:solidFill>
                <a:latin typeface="Bookman Old Style" panose="02050604050505020204" pitchFamily="18" charset="0"/>
              </a:rPr>
              <a:t>L'image comme "arme de destruction massive de la confiance</a:t>
            </a:r>
            <a:endParaRPr lang="fr-FR" altLang="fr-FR" sz="1050" dirty="0">
              <a:solidFill>
                <a:schemeClr val="tx1"/>
              </a:solidFill>
              <a:latin typeface="Bookman Old Style" panose="020506040505050202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050" dirty="0">
                <a:latin typeface="Bookman Old Style" panose="02050604050505020204" pitchFamily="18" charset="0"/>
              </a:rPr>
              <a:t>Il ne s'agit plus seulement à protéger un fichier informatique (cybersécurité), mais à protéger la </a:t>
            </a:r>
            <a:r>
              <a:rPr lang="fr-FR" sz="1050" b="1" dirty="0">
                <a:latin typeface="Bookman Old Style" panose="02050604050505020204" pitchFamily="18" charset="0"/>
              </a:rPr>
              <a:t>perception et la confiance</a:t>
            </a:r>
            <a:r>
              <a:rPr lang="fr-FR" sz="1050" dirty="0">
                <a:latin typeface="Bookman Old Style" panose="02050604050505020204" pitchFamily="18" charset="0"/>
              </a:rPr>
              <a:t> du public face aux images manipulées.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altLang="fr-FR" sz="1100" b="1" dirty="0">
                <a:solidFill>
                  <a:srgbClr val="0A0A0A"/>
                </a:solidFill>
                <a:latin typeface="Bookman Old Style" panose="02050604050505020204" pitchFamily="18" charset="0"/>
              </a:rPr>
              <a:t>Manipulation des émotions :</a:t>
            </a:r>
            <a:r>
              <a:rPr lang="fr-FR" altLang="fr-FR" sz="1100" dirty="0">
                <a:solidFill>
                  <a:srgbClr val="0A0A0A"/>
                </a:solidFill>
                <a:latin typeface="Bookman Old Style" panose="02050604050505020204" pitchFamily="18"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altLang="fr-FR" sz="1100" b="0" i="0" u="none" strike="noStrike" cap="none" normalizeH="0" baseline="0" dirty="0">
                <a:ln>
                  <a:noFill/>
                </a:ln>
                <a:solidFill>
                  <a:srgbClr val="0A0A0A"/>
                </a:solidFill>
                <a:effectLst/>
                <a:latin typeface="Bookman Old Style" panose="02050604050505020204" pitchFamily="18" charset="0"/>
              </a:rPr>
              <a:t>En 2026, avec l'omniprésence de l'IA générative, la guerre cognitive utilise l'image non pas pour détruire des infrastructures physiques, mais pour "hacker" le cerveau humain.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altLang="fr-FR" sz="1100" b="1" dirty="0">
                <a:solidFill>
                  <a:srgbClr val="0A0A0A"/>
                </a:solidFill>
                <a:latin typeface="Bookman Old Style" panose="02050604050505020204" pitchFamily="18" charset="0"/>
              </a:rPr>
              <a:t>Saturation attentionnelle :</a:t>
            </a:r>
            <a:r>
              <a:rPr lang="fr-FR" altLang="fr-FR" sz="1100" dirty="0">
                <a:solidFill>
                  <a:srgbClr val="0A0A0A"/>
                </a:solidFill>
                <a:latin typeface="Bookman Old Style" panose="02050604050505020204" pitchFamily="18" charset="0"/>
              </a:rPr>
              <a:t> </a:t>
            </a:r>
            <a:endParaRPr lang="fr-FR" altLang="fr-FR" sz="1200" dirty="0">
              <a:solidFill>
                <a:schemeClr val="tx1"/>
              </a:solidFill>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altLang="fr-FR" sz="1100" b="0" i="0" u="none" strike="noStrike" cap="none" normalizeH="0" baseline="0" dirty="0">
                <a:ln>
                  <a:noFill/>
                </a:ln>
                <a:solidFill>
                  <a:srgbClr val="0A0A0A"/>
                </a:solidFill>
                <a:effectLst/>
                <a:latin typeface="Bookman Old Style" panose="02050604050505020204" pitchFamily="18" charset="0"/>
              </a:rPr>
              <a:t>L'utilisation de </a:t>
            </a:r>
            <a:r>
              <a:rPr kumimoji="0" lang="fr-FR" altLang="fr-FR" sz="1100" b="1" i="0" u="none" strike="noStrike" cap="none" normalizeH="0" baseline="0" dirty="0" err="1">
                <a:ln>
                  <a:noFill/>
                </a:ln>
                <a:solidFill>
                  <a:srgbClr val="0A0A0A"/>
                </a:solidFill>
                <a:effectLst/>
                <a:latin typeface="Bookman Old Style" panose="02050604050505020204" pitchFamily="18" charset="0"/>
              </a:rPr>
              <a:t>deepfakes</a:t>
            </a:r>
            <a:r>
              <a:rPr kumimoji="0" lang="fr-FR" altLang="fr-FR" sz="1100" b="0" i="0" u="none" strike="noStrike" cap="none" normalizeH="0" baseline="0" dirty="0">
                <a:ln>
                  <a:noFill/>
                </a:ln>
                <a:solidFill>
                  <a:srgbClr val="0A0A0A"/>
                </a:solidFill>
                <a:effectLst/>
                <a:latin typeface="Bookman Old Style" panose="02050604050505020204" pitchFamily="18" charset="0"/>
              </a:rPr>
              <a:t> ou d'images générées par IA vise à provoquer la peur, la colère ou le doute pour paralyser la prise de décision.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altLang="fr-FR" sz="1100" b="0" i="0" u="none" strike="noStrike" cap="none" normalizeH="0" baseline="0" dirty="0">
                <a:ln>
                  <a:noFill/>
                </a:ln>
                <a:solidFill>
                  <a:srgbClr val="0A0A0A"/>
                </a:solidFill>
                <a:effectLst/>
                <a:latin typeface="Bookman Old Style" panose="02050604050505020204" pitchFamily="18" charset="0"/>
              </a:rPr>
              <a:t>Inonder les réseaux sociaux de faux contenus visuels pour que le public ne puisse plus distinguer le vrai du faux (phénomène de "brouillard de l'IA").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altLang="fr-FR" sz="1100" b="0" i="0" u="none" strike="noStrike" cap="none" normalizeH="0" baseline="0" dirty="0">
              <a:ln>
                <a:noFill/>
              </a:ln>
              <a:solidFill>
                <a:srgbClr val="0A0A0A"/>
              </a:solidFill>
              <a:effectLst/>
              <a:latin typeface="Bookman Old Style" panose="020506040505050202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050" b="0" i="0" kern="1200" dirty="0">
                <a:solidFill>
                  <a:schemeClr val="tx1"/>
                </a:solidFill>
                <a:effectLst/>
                <a:latin typeface="+mn-lt"/>
                <a:ea typeface="+mn-ea"/>
                <a:cs typeface="+mn-cs"/>
              </a:rPr>
              <a:t>La guerre cognitive vise à exploiter les biais cognitifs pour façonner la prise de décision sur le long terme, en mêlant influence, récit, persuasion et désinformation.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altLang="fr-FR" sz="1050" b="0" i="0" u="none" strike="noStrike" kern="1200" cap="none" normalizeH="0" baseline="0" dirty="0">
                <a:ln>
                  <a:noFill/>
                </a:ln>
                <a:solidFill>
                  <a:schemeClr val="tx1"/>
                </a:solidFill>
                <a:effectLst/>
                <a:latin typeface="+mn-lt"/>
                <a:ea typeface="+mn-ea"/>
                <a:cs typeface="+mn-cs"/>
              </a:rPr>
              <a:t>COGNITIF: </a:t>
            </a:r>
            <a:r>
              <a:rPr lang="fr-FR" sz="1050" b="0" i="0" kern="1200" dirty="0">
                <a:solidFill>
                  <a:schemeClr val="tx1"/>
                </a:solidFill>
                <a:effectLst/>
                <a:latin typeface="+mn-lt"/>
                <a:ea typeface="+mn-ea"/>
                <a:cs typeface="+mn-cs"/>
              </a:rPr>
              <a:t>Qui concerne l'acquisition des connaissances</a:t>
            </a:r>
            <a:endParaRPr kumimoji="0" lang="fr-FR" altLang="fr-FR" sz="1100" b="0" i="0" u="none" strike="noStrike" cap="none" normalizeH="0" baseline="0" dirty="0">
              <a:ln>
                <a:noFill/>
              </a:ln>
              <a:solidFill>
                <a:srgbClr val="0A0A0A"/>
              </a:solidFill>
              <a:effectLst/>
              <a:latin typeface="Bookman Old Style" panose="020506040505050202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altLang="fr-FR" sz="1100" b="0" i="0" u="none" strike="noStrike" cap="none" normalizeH="0" baseline="0" dirty="0">
              <a:ln>
                <a:noFill/>
              </a:ln>
              <a:solidFill>
                <a:srgbClr val="0A0A0A"/>
              </a:solidFill>
              <a:effectLst/>
              <a:latin typeface="Bookman Old Style" panose="020506040505050202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altLang="fr-FR" sz="1100" b="0" i="0" u="none" strike="noStrike" cap="none" normalizeH="0" baseline="0" dirty="0">
              <a:ln>
                <a:noFill/>
              </a:ln>
              <a:solidFill>
                <a:schemeClr val="tx1"/>
              </a:solidFill>
              <a:effectLst/>
              <a:latin typeface="Bookman Old Style" panose="020506040505050202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100" b="1" dirty="0">
              <a:solidFill>
                <a:srgbClr val="0A0A0A"/>
              </a:solidFill>
              <a:latin typeface="Bookman Old Style" panose="02050604050505020204" pitchFamily="18" charset="0"/>
            </a:endParaRPr>
          </a:p>
          <a:p>
            <a:endParaRPr lang="fr-FR" sz="105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050" dirty="0">
              <a:latin typeface="Bookman Old Style" panose="02050604050505020204" pitchFamily="18" charset="0"/>
            </a:endParaRPr>
          </a:p>
          <a:p>
            <a:endParaRPr lang="fr-FR" sz="1050" dirty="0"/>
          </a:p>
          <a:p>
            <a:pPr marL="0" marR="0" lvl="0" indent="0" algn="l" defTabSz="914400" rtl="0" eaLnBrk="0" fontAlgn="base" latinLnBrk="0" hangingPunct="0">
              <a:lnSpc>
                <a:spcPct val="150000"/>
              </a:lnSpc>
              <a:spcBef>
                <a:spcPct val="0"/>
              </a:spcBef>
              <a:spcAft>
                <a:spcPct val="0"/>
              </a:spcAft>
              <a:buClrTx/>
              <a:buSzTx/>
              <a:tabLst/>
            </a:pPr>
            <a:endParaRPr kumimoji="0" lang="fr-FR" altLang="fr-FR" sz="1050" b="0" i="0" u="none" strike="noStrike" cap="none" normalizeH="0" baseline="0" dirty="0">
              <a:ln>
                <a:noFill/>
              </a:ln>
              <a:solidFill>
                <a:srgbClr val="0A0A0A"/>
              </a:solidFill>
              <a:effectLst/>
              <a:latin typeface="Google Sans"/>
            </a:endParaRPr>
          </a:p>
          <a:p>
            <a:endParaRPr lang="fr-FR" dirty="0"/>
          </a:p>
          <a:p>
            <a:endParaRPr lang="fr-FR" dirty="0"/>
          </a:p>
        </p:txBody>
      </p:sp>
      <p:sp>
        <p:nvSpPr>
          <p:cNvPr id="4" name="Espace réservé du numéro de diapositive 3"/>
          <p:cNvSpPr>
            <a:spLocks noGrp="1"/>
          </p:cNvSpPr>
          <p:nvPr>
            <p:ph type="sldNum" sz="quarter" idx="5"/>
          </p:nvPr>
        </p:nvSpPr>
        <p:spPr/>
        <p:txBody>
          <a:bodyPr/>
          <a:lstStyle/>
          <a:p>
            <a:fld id="{871BE2FB-119D-4061-B317-684AF5B45172}" type="slidenum">
              <a:rPr lang="fr-FR" smtClean="0"/>
              <a:t>4</a:t>
            </a:fld>
            <a:endParaRPr lang="fr-FR"/>
          </a:p>
        </p:txBody>
      </p:sp>
    </p:spTree>
    <p:extLst>
      <p:ext uri="{BB962C8B-B14F-4D97-AF65-F5344CB8AC3E}">
        <p14:creationId xmlns:p14="http://schemas.microsoft.com/office/powerpoint/2010/main" val="42201967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altLang="fr-FR" sz="1200" b="0" i="0" u="none" strike="noStrike" cap="none" normalizeH="0" baseline="0" dirty="0">
                <a:ln>
                  <a:noFill/>
                </a:ln>
                <a:solidFill>
                  <a:srgbClr val="0A0A0A"/>
                </a:solidFill>
                <a:effectLst/>
                <a:latin typeface="Bookman Old Style" panose="02050604050505020204" pitchFamily="18" charset="0"/>
              </a:rPr>
              <a:t>Dans ce contexte, la protection d'image ne consiste plus seulement à mettre un mot de passe, mais à construire une </a:t>
            </a:r>
            <a:r>
              <a:rPr kumimoji="0" lang="fr-FR" altLang="fr-FR" sz="1200" b="1" i="0" u="none" strike="noStrike" cap="none" normalizeH="0" baseline="0" dirty="0">
                <a:ln>
                  <a:noFill/>
                </a:ln>
                <a:solidFill>
                  <a:srgbClr val="0A0A0A"/>
                </a:solidFill>
                <a:effectLst/>
                <a:latin typeface="Bookman Old Style" panose="02050604050505020204" pitchFamily="18" charset="0"/>
              </a:rPr>
              <a:t>résilience cognitive</a:t>
            </a:r>
            <a:r>
              <a:rPr kumimoji="0" lang="fr-FR" altLang="fr-FR" sz="1200" b="0" i="0" u="none" strike="noStrike" cap="none" normalizeH="0" baseline="0" dirty="0">
                <a:ln>
                  <a:noFill/>
                </a:ln>
                <a:solidFill>
                  <a:srgbClr val="0A0A0A"/>
                </a:solidFill>
                <a:effectLst/>
                <a:latin typeface="Bookman Old Style" panose="02050604050505020204" pitchFamily="18" charset="0"/>
              </a:rPr>
              <a:t>(</a:t>
            </a:r>
            <a:r>
              <a:rPr lang="fr-FR" dirty="0"/>
              <a:t>La résilience cognitive est la capacité de l'esprit à </a:t>
            </a:r>
            <a:r>
              <a:rPr lang="fr-FR" sz="1200" b="1" i="0" kern="1200" dirty="0">
                <a:solidFill>
                  <a:schemeClr val="tx1"/>
                </a:solidFill>
                <a:effectLst/>
                <a:latin typeface="+mn-lt"/>
                <a:ea typeface="+mn-ea"/>
                <a:cs typeface="+mn-cs"/>
              </a:rPr>
              <a:t>maintenir des fonctions cognitives efficaces et à s'adapter face au stress, aux traumatismes ou au vieillissement, en dépit des lésions cérébrales ou des défis, en utilisant des stratégies de flexibilité mentale, de résolution de problèmes et de sens pour rebondir et préserver son bien-être mental</a:t>
            </a:r>
            <a:r>
              <a:rPr lang="fr-FR" sz="1200" b="0" i="0" kern="1200" dirty="0">
                <a:solidFill>
                  <a:schemeClr val="tx1"/>
                </a:solidFill>
                <a:effectLst/>
                <a:latin typeface="+mn-lt"/>
                <a:ea typeface="+mn-ea"/>
                <a:cs typeface="+mn-cs"/>
              </a:rPr>
              <a:t>. Elle implique de conserver ses performances au-delà de ce qui serait attendu, en transformant l'adversité en sagesse et en croissance, grâce à des mécanismes neurobiologiques et des facteurs environnementaux. </a:t>
            </a:r>
            <a:r>
              <a:rPr kumimoji="0" lang="fr-FR" altLang="fr-FR" sz="1200" b="0" i="0" u="none" strike="noStrike" cap="none" normalizeH="0" baseline="0" dirty="0">
                <a:ln>
                  <a:noFill/>
                </a:ln>
                <a:solidFill>
                  <a:srgbClr val="0A0A0A"/>
                </a:solidFill>
                <a:effectLst/>
                <a:latin typeface="Bookman Old Style" panose="02050604050505020204" pitchFamily="18" charset="0"/>
              </a:rPr>
              <a:t>)</a:t>
            </a: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fr-FR" altLang="fr-FR" b="1" dirty="0">
                <a:solidFill>
                  <a:srgbClr val="0A0A0A"/>
                </a:solidFill>
                <a:latin typeface="Bookman Old Style" panose="02050604050505020204" pitchFamily="18" charset="0"/>
              </a:rPr>
              <a:t>Vérification de l'authenticité :</a:t>
            </a:r>
            <a:r>
              <a:rPr lang="fr-FR" altLang="fr-FR" dirty="0">
                <a:solidFill>
                  <a:srgbClr val="0A0A0A"/>
                </a:solidFill>
                <a:latin typeface="Bookman Old Style" panose="02050604050505020204" pitchFamily="18" charset="0"/>
              </a:rPr>
              <a:t> </a:t>
            </a:r>
            <a:r>
              <a:rPr kumimoji="0" lang="fr-FR" altLang="fr-FR" sz="1200" b="0" i="0" u="none" strike="noStrike" cap="none" normalizeH="0" baseline="0" dirty="0">
                <a:ln>
                  <a:noFill/>
                </a:ln>
                <a:solidFill>
                  <a:srgbClr val="0A0A0A"/>
                </a:solidFill>
                <a:effectLst/>
                <a:latin typeface="Bookman Old Style" panose="02050604050505020204" pitchFamily="18" charset="0"/>
              </a:rPr>
              <a:t>Mise en place de protocoles de certification (comme la norme C2PA) pour garantir la provenance d'une image.</a:t>
            </a: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fr-FR" altLang="fr-FR" b="1" dirty="0">
                <a:solidFill>
                  <a:srgbClr val="0A0A0A"/>
                </a:solidFill>
                <a:latin typeface="Bookman Old Style" panose="02050604050505020204" pitchFamily="18" charset="0"/>
              </a:rPr>
              <a:t>Hygiène de l’IA</a:t>
            </a:r>
            <a:r>
              <a:rPr kumimoji="0" lang="fr-FR" altLang="fr-FR" sz="1200" b="0" i="0" u="none" strike="noStrike" cap="none" normalizeH="0" baseline="0" dirty="0">
                <a:ln>
                  <a:noFill/>
                </a:ln>
                <a:solidFill>
                  <a:schemeClr val="tx1"/>
                </a:solidFill>
                <a:effectLst/>
                <a:latin typeface="+mn-lt"/>
              </a:rPr>
              <a:t>: </a:t>
            </a:r>
            <a:r>
              <a:rPr kumimoji="0" lang="fr-FR" altLang="fr-FR" sz="1200" b="0" i="0" u="none" strike="noStrike" cap="none" normalizeH="0" baseline="0" dirty="0">
                <a:ln>
                  <a:noFill/>
                </a:ln>
                <a:solidFill>
                  <a:srgbClr val="0A0A0A"/>
                </a:solidFill>
                <a:effectLst/>
                <a:latin typeface="Bookman Old Style" panose="02050604050505020204" pitchFamily="18" charset="0"/>
              </a:rPr>
              <a:t>Apprentissage systématique pour détecter les clones vocaux et les incohérences visuelles des </a:t>
            </a:r>
            <a:r>
              <a:rPr kumimoji="0" lang="fr-FR" altLang="fr-FR" sz="1200" b="0" i="0" u="none" strike="noStrike" cap="none" normalizeH="0" baseline="0" dirty="0" err="1">
                <a:ln>
                  <a:noFill/>
                </a:ln>
                <a:solidFill>
                  <a:srgbClr val="0A0A0A"/>
                </a:solidFill>
                <a:effectLst/>
                <a:latin typeface="Bookman Old Style" panose="02050604050505020204" pitchFamily="18" charset="0"/>
              </a:rPr>
              <a:t>deepfakes</a:t>
            </a:r>
            <a:r>
              <a:rPr kumimoji="0" lang="fr-FR" altLang="fr-FR" sz="1200" b="0" i="0" u="none" strike="noStrike" cap="none" normalizeH="0" baseline="0" dirty="0">
                <a:ln>
                  <a:noFill/>
                </a:ln>
                <a:solidFill>
                  <a:srgbClr val="0A0A0A"/>
                </a:solidFill>
                <a:effectLst/>
                <a:latin typeface="Bookman Old Style" panose="02050604050505020204" pitchFamily="18" charset="0"/>
              </a:rPr>
              <a:t>.</a:t>
            </a: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fr-FR" altLang="fr-FR" b="1" dirty="0">
                <a:solidFill>
                  <a:srgbClr val="0A0A0A"/>
                </a:solidFill>
                <a:latin typeface="Bookman Old Style" panose="02050604050505020204" pitchFamily="18" charset="0"/>
              </a:rPr>
              <a:t>Contre-influence :</a:t>
            </a:r>
            <a:r>
              <a:rPr lang="fr-FR" altLang="fr-FR" dirty="0">
                <a:solidFill>
                  <a:srgbClr val="0A0A0A"/>
                </a:solidFill>
                <a:latin typeface="Bookman Old Style" panose="02050604050505020204" pitchFamily="18" charset="0"/>
              </a:rPr>
              <a:t> </a:t>
            </a:r>
            <a:r>
              <a:rPr kumimoji="0" lang="fr-FR" altLang="fr-FR" sz="1200" b="0" i="0" u="none" strike="noStrike" cap="none" normalizeH="0" baseline="0" dirty="0">
                <a:ln>
                  <a:noFill/>
                </a:ln>
                <a:solidFill>
                  <a:srgbClr val="0A0A0A"/>
                </a:solidFill>
                <a:effectLst/>
                <a:latin typeface="Bookman Old Style" panose="02050604050505020204" pitchFamily="18" charset="0"/>
              </a:rPr>
              <a:t>En France, des organismes comme le </a:t>
            </a:r>
            <a:r>
              <a:rPr kumimoji="0" lang="fr-FR" altLang="fr-FR" sz="1200" b="1" i="0" u="none" strike="noStrike" cap="none" normalizeH="0" baseline="0" dirty="0">
                <a:ln>
                  <a:noFill/>
                </a:ln>
                <a:solidFill>
                  <a:srgbClr val="0A0A0A"/>
                </a:solidFill>
                <a:effectLst/>
                <a:latin typeface="Bookman Old Style" panose="02050604050505020204" pitchFamily="18" charset="0"/>
              </a:rPr>
              <a:t>VIGINUM</a:t>
            </a:r>
            <a:r>
              <a:rPr kumimoji="0" lang="fr-FR" altLang="fr-FR" sz="1200" b="0" i="0" u="none" strike="noStrike" cap="none" normalizeH="0" baseline="0" dirty="0">
                <a:ln>
                  <a:noFill/>
                </a:ln>
                <a:solidFill>
                  <a:srgbClr val="0A0A0A"/>
                </a:solidFill>
                <a:effectLst/>
                <a:latin typeface="Bookman Old Style" panose="02050604050505020204" pitchFamily="18" charset="0"/>
              </a:rPr>
              <a:t> surveillent les ingérences numériques étrangères pour protéger les débats publics. </a:t>
            </a:r>
            <a:endParaRPr kumimoji="0" lang="fr-FR" altLang="fr-FR" sz="1200" b="0" i="0" u="none" strike="noStrike" cap="none" normalizeH="0" baseline="0" dirty="0">
              <a:ln>
                <a:noFill/>
              </a:ln>
              <a:solidFill>
                <a:schemeClr val="tx1"/>
              </a:solidFill>
              <a:effectLst/>
              <a:latin typeface="Bookman Old Style" panose="02050604050505020204" pitchFamily="18" charset="0"/>
            </a:endParaRPr>
          </a:p>
          <a:p>
            <a:r>
              <a:rPr lang="fr-FR" dirty="0" err="1"/>
              <a:t>A-</a:t>
            </a:r>
            <a:r>
              <a:rPr lang="fr-FR" altLang="fr-FR" sz="1200" dirty="0" err="1">
                <a:solidFill>
                  <a:srgbClr val="0A0A0A"/>
                </a:solidFill>
                <a:latin typeface="Bookman Old Style" panose="02050604050505020204" pitchFamily="18" charset="0"/>
              </a:rPr>
              <a:t>Synergie</a:t>
            </a:r>
            <a:r>
              <a:rPr lang="fr-FR" altLang="fr-FR" sz="1200" dirty="0">
                <a:solidFill>
                  <a:srgbClr val="0A0A0A"/>
                </a:solidFill>
                <a:latin typeface="Bookman Old Style" panose="02050604050505020204" pitchFamily="18" charset="0"/>
              </a:rPr>
              <a:t> entre le MINDEF et l'ANTIC ; application de la loi de 2024 sur la protection des données personnelles.</a:t>
            </a:r>
          </a:p>
          <a:p>
            <a:pPr lvl="0" algn="just">
              <a:lnSpc>
                <a:spcPct val="150000"/>
              </a:lnSpc>
            </a:pPr>
            <a:r>
              <a:rPr lang="fr-FR" sz="1200" dirty="0">
                <a:latin typeface="Bookman Old Style" panose="02050604050505020204" pitchFamily="18" charset="0"/>
              </a:rPr>
              <a:t>Au Cameroun, en 2026, la protection de l’image des forces de défense repose sur une synergie institutionnelle étroite entre le </a:t>
            </a:r>
            <a:r>
              <a:rPr lang="fr-FR" sz="1200" b="1" dirty="0">
                <a:latin typeface="Bookman Old Style" panose="02050604050505020204" pitchFamily="18" charset="0"/>
              </a:rPr>
              <a:t>Ministère de la Défense (MINDEF)</a:t>
            </a:r>
            <a:r>
              <a:rPr lang="fr-FR" sz="1200" dirty="0">
                <a:latin typeface="Bookman Old Style" panose="02050604050505020204" pitchFamily="18" charset="0"/>
              </a:rPr>
              <a:t> et l’</a:t>
            </a:r>
            <a:r>
              <a:rPr lang="fr-FR" sz="1200" b="1" dirty="0">
                <a:latin typeface="Bookman Old Style" panose="02050604050505020204" pitchFamily="18" charset="0"/>
              </a:rPr>
              <a:t>Agence Nationale des Technologies de l’Information et de la Communication (ANTIC)</a:t>
            </a:r>
            <a:r>
              <a:rPr lang="fr-FR" sz="1200" dirty="0">
                <a:latin typeface="Bookman Old Style" panose="02050604050505020204" pitchFamily="18" charset="0"/>
              </a:rPr>
              <a:t>. Cette collaboration vise à contrer la désinformation et l'usage malveillant de l'image des militaires sur les réseaux sociaux.</a:t>
            </a:r>
          </a:p>
          <a:p>
            <a:pPr lvl="0" algn="just">
              <a:lnSpc>
                <a:spcPct val="150000"/>
              </a:lnSpc>
            </a:pPr>
            <a:endParaRPr lang="fr-FR" altLang="fr-FR" sz="1200" dirty="0">
              <a:solidFill>
                <a:srgbClr val="0A0A0A"/>
              </a:solidFill>
              <a:latin typeface="Bookman Old Style" panose="020506040505050202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altLang="fr-FR" sz="1200" b="0" i="0" u="none" strike="noStrike" cap="none" normalizeH="0" baseline="0" dirty="0">
                <a:ln>
                  <a:noFill/>
                </a:ln>
                <a:solidFill>
                  <a:srgbClr val="0A0A0A"/>
                </a:solidFill>
                <a:effectLst/>
                <a:latin typeface="Bookman Old Style" panose="02050604050505020204" pitchFamily="18" charset="0"/>
              </a:rPr>
              <a:t>Le dispositif juridique s'appuie principalement sur la </a:t>
            </a:r>
            <a:r>
              <a:rPr kumimoji="0" lang="fr-FR" altLang="fr-FR" sz="1200" b="1" i="0" u="none" strike="noStrike" cap="none" normalizeH="0" baseline="0" dirty="0">
                <a:ln>
                  <a:noFill/>
                </a:ln>
                <a:solidFill>
                  <a:srgbClr val="0A0A0A"/>
                </a:solidFill>
                <a:effectLst/>
                <a:latin typeface="Bookman Old Style" panose="02050604050505020204" pitchFamily="18" charset="0"/>
              </a:rPr>
              <a:t>Loi n°2010/012 du 21 décembre 2010 relative à la cybersécurité et à la cybercriminalité</a:t>
            </a:r>
            <a:r>
              <a:rPr kumimoji="0" lang="fr-FR" altLang="fr-FR" sz="1200" b="0" i="0" u="none" strike="noStrike" cap="none" normalizeH="0" baseline="0" dirty="0">
                <a:ln>
                  <a:noFill/>
                </a:ln>
                <a:solidFill>
                  <a:srgbClr val="0A0A0A"/>
                </a:solidFill>
                <a:effectLst/>
                <a:latin typeface="Bookman Old Style" panose="02050604050505020204" pitchFamily="18"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altLang="fr-FR" sz="1200" b="0" i="0" u="none" strike="noStrike" cap="none" normalizeH="0" baseline="0" dirty="0">
                <a:ln>
                  <a:noFill/>
                </a:ln>
                <a:solidFill>
                  <a:srgbClr val="0A0A0A"/>
                </a:solidFill>
                <a:effectLst/>
                <a:latin typeface="Bookman Old Style" panose="02050604050505020204" pitchFamily="18" charset="0"/>
              </a:rPr>
              <a:t>L'usage de photos de militaires pour créer de faux profils ou diffuser de fausses informations est passible de peines d'emprisonnement et d'amendes sévères (articles 74 et 75 sur le cyberharcèlement et le mépris).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altLang="fr-FR" sz="1200" b="0" i="0" u="none" strike="noStrike" cap="none" normalizeH="0" baseline="0" dirty="0">
                <a:ln>
                  <a:noFill/>
                </a:ln>
                <a:solidFill>
                  <a:srgbClr val="0A0A0A"/>
                </a:solidFill>
                <a:effectLst/>
                <a:latin typeface="Bookman Old Style" panose="02050604050505020204" pitchFamily="18" charset="0"/>
              </a:rPr>
              <a:t>2-Bien que la </a:t>
            </a:r>
            <a:r>
              <a:rPr kumimoji="0" lang="fr-FR" altLang="fr-FR" sz="1200" b="1" i="0" u="none" strike="noStrike" cap="none" normalizeH="0" baseline="0" dirty="0">
                <a:ln>
                  <a:noFill/>
                </a:ln>
                <a:solidFill>
                  <a:srgbClr val="0A0A0A"/>
                </a:solidFill>
                <a:effectLst/>
                <a:latin typeface="Bookman Old Style" panose="02050604050505020204" pitchFamily="18" charset="0"/>
              </a:rPr>
              <a:t>Loi n°2024/017 sur la protection des données à caractère personnel</a:t>
            </a:r>
            <a:r>
              <a:rPr kumimoji="0" lang="fr-FR" altLang="fr-FR" sz="1200" b="0" i="0" u="none" strike="noStrike" cap="none" normalizeH="0" baseline="0" dirty="0">
                <a:ln>
                  <a:noFill/>
                </a:ln>
                <a:solidFill>
                  <a:srgbClr val="0A0A0A"/>
                </a:solidFill>
                <a:effectLst/>
                <a:latin typeface="Bookman Old Style" panose="02050604050505020204" pitchFamily="18" charset="0"/>
              </a:rPr>
              <a:t> protège les citoyens, les données liées à la défense et à la sécurité nationale sont régies par des législations spécifiques plus restrictives pour éviter toute exploitation par des acteurs hostiles.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altLang="fr-FR" sz="1200" b="0" i="0" u="none" strike="noStrike" cap="none" normalizeH="0" baseline="0" dirty="0">
              <a:ln>
                <a:noFill/>
              </a:ln>
              <a:solidFill>
                <a:srgbClr val="0A0A0A"/>
              </a:solidFill>
              <a:effectLst/>
              <a:latin typeface="Bookman Old Style" panose="020506040505050202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altLang="fr-FR" sz="1200" b="0" i="0" u="none" strike="noStrike" cap="none" normalizeH="0" baseline="0" dirty="0">
                <a:ln>
                  <a:noFill/>
                </a:ln>
                <a:solidFill>
                  <a:srgbClr val="0A0A0A"/>
                </a:solidFill>
                <a:effectLst/>
                <a:latin typeface="Bookman Old Style" panose="02050604050505020204" pitchFamily="18" charset="0"/>
              </a:rPr>
              <a:t>En résumé, la guerre cognitive en protection d'image est la lutte pour garder le contrôle sur </a:t>
            </a:r>
            <a:r>
              <a:rPr kumimoji="0" lang="fr-FR" altLang="fr-FR" sz="1200" b="1" i="0" u="none" strike="noStrike" cap="none" normalizeH="0" baseline="0" dirty="0">
                <a:ln>
                  <a:noFill/>
                </a:ln>
                <a:solidFill>
                  <a:srgbClr val="0A0A0A"/>
                </a:solidFill>
                <a:effectLst/>
                <a:latin typeface="Bookman Old Style" panose="02050604050505020204" pitchFamily="18" charset="0"/>
              </a:rPr>
              <a:t>ce que les gens croient voir</a:t>
            </a:r>
            <a:r>
              <a:rPr kumimoji="0" lang="fr-FR" altLang="fr-FR" sz="1200" b="0" i="0" u="none" strike="noStrike" cap="none" normalizeH="0" baseline="0" dirty="0">
                <a:ln>
                  <a:noFill/>
                </a:ln>
                <a:solidFill>
                  <a:srgbClr val="0A0A0A"/>
                </a:solidFill>
                <a:effectLst/>
                <a:latin typeface="Bookman Old Style" panose="02050604050505020204" pitchFamily="18" charset="0"/>
              </a:rPr>
              <a:t>, afin d'éviter la déstabilisation de la société par des manipulations visuelles indétectables. </a:t>
            </a:r>
          </a:p>
          <a:p>
            <a:endParaRPr lang="fr-FR" dirty="0"/>
          </a:p>
        </p:txBody>
      </p:sp>
      <p:sp>
        <p:nvSpPr>
          <p:cNvPr id="4" name="Espace réservé du numéro de diapositive 3"/>
          <p:cNvSpPr>
            <a:spLocks noGrp="1"/>
          </p:cNvSpPr>
          <p:nvPr>
            <p:ph type="sldNum" sz="quarter" idx="5"/>
          </p:nvPr>
        </p:nvSpPr>
        <p:spPr/>
        <p:txBody>
          <a:bodyPr/>
          <a:lstStyle/>
          <a:p>
            <a:fld id="{871BE2FB-119D-4061-B317-684AF5B45172}" type="slidenum">
              <a:rPr lang="fr-FR" smtClean="0"/>
              <a:t>5</a:t>
            </a:fld>
            <a:endParaRPr lang="fr-FR"/>
          </a:p>
        </p:txBody>
      </p:sp>
    </p:spTree>
    <p:extLst>
      <p:ext uri="{BB962C8B-B14F-4D97-AF65-F5344CB8AC3E}">
        <p14:creationId xmlns:p14="http://schemas.microsoft.com/office/powerpoint/2010/main" val="41935200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fr-FR" altLang="fr-FR" sz="1200" b="0" i="0" u="none" strike="noStrike" cap="none" normalizeH="0" baseline="0" dirty="0">
                <a:ln>
                  <a:noFill/>
                </a:ln>
                <a:solidFill>
                  <a:srgbClr val="0A0A0A"/>
                </a:solidFill>
                <a:effectLst/>
                <a:latin typeface="Bookman Old Style" panose="02050604050505020204" pitchFamily="18" charset="0"/>
              </a:rPr>
              <a:t>Le ministère dispose de services de communication actifs qui surveillent et démentent en temps réel les rumeurs (ex: fausses grilles salariales, détournement d'images de combats).</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fr-FR" altLang="fr-FR" sz="1200" b="0" i="0" u="none" strike="noStrike" cap="none" normalizeH="0" baseline="0" dirty="0">
                <a:ln>
                  <a:noFill/>
                </a:ln>
                <a:solidFill>
                  <a:srgbClr val="0A0A0A"/>
                </a:solidFill>
                <a:effectLst/>
                <a:latin typeface="Bookman Old Style" panose="02050604050505020204" pitchFamily="18" charset="0"/>
              </a:rPr>
              <a:t>Les militaires sont soumis à un devoir de réserve strict concernant la publication d'images en uniforme ou sur les théâtres d'opérations pour préserver le secret défense et l'image de marque de l'institution. </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fr-FR" altLang="fr-FR" sz="1200" b="0" i="0" u="none" strike="noStrike" cap="none" normalizeH="0" baseline="0" dirty="0">
                <a:ln>
                  <a:noFill/>
                </a:ln>
                <a:solidFill>
                  <a:srgbClr val="0A0A0A"/>
                </a:solidFill>
                <a:effectLst/>
                <a:latin typeface="Bookman Old Style" panose="02050604050505020204" pitchFamily="18" charset="0"/>
              </a:rPr>
              <a:t>3-Elle identifie les sources de propagation des contenus nuisibles (images détournées, </a:t>
            </a:r>
            <a:r>
              <a:rPr kumimoji="0" lang="fr-FR" altLang="fr-FR" sz="1200" b="0" i="0" u="none" strike="noStrike" cap="none" normalizeH="0" baseline="0" dirty="0" err="1">
                <a:ln>
                  <a:noFill/>
                </a:ln>
                <a:solidFill>
                  <a:srgbClr val="0A0A0A"/>
                </a:solidFill>
                <a:effectLst/>
                <a:latin typeface="Bookman Old Style" panose="02050604050505020204" pitchFamily="18" charset="0"/>
              </a:rPr>
              <a:t>deepfakes</a:t>
            </a:r>
            <a:r>
              <a:rPr kumimoji="0" lang="fr-FR" altLang="fr-FR" sz="1200" b="0" i="0" u="none" strike="noStrike" cap="none" normalizeH="0" baseline="0" dirty="0">
                <a:ln>
                  <a:noFill/>
                </a:ln>
                <a:solidFill>
                  <a:srgbClr val="0A0A0A"/>
                </a:solidFill>
                <a:effectLst/>
                <a:latin typeface="Bookman Old Style" panose="02050604050505020204" pitchFamily="18" charset="0"/>
              </a:rPr>
              <a:t>) visant les forces armées.</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fr-FR" altLang="fr-FR" sz="1200" b="0" i="0" u="none" strike="noStrike" cap="none" normalizeH="0" baseline="0" dirty="0">
                <a:ln>
                  <a:noFill/>
                </a:ln>
                <a:solidFill>
                  <a:srgbClr val="0A0A0A"/>
                </a:solidFill>
                <a:effectLst/>
                <a:latin typeface="Bookman Old Style" panose="02050604050505020204" pitchFamily="18" charset="0"/>
              </a:rPr>
              <a:t>L'agence émet des recommandations pour protéger l'identité numérique des agents de l'État, y compris les personnels de défense. </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fr-FR" altLang="fr-FR" sz="1200" b="0" i="0" u="none" strike="noStrike" cap="none" normalizeH="0" baseline="0" dirty="0">
                <a:ln>
                  <a:noFill/>
                </a:ln>
                <a:solidFill>
                  <a:srgbClr val="0A0A0A"/>
                </a:solidFill>
                <a:effectLst/>
                <a:latin typeface="Bookman Old Style" panose="02050604050505020204" pitchFamily="18" charset="0"/>
              </a:rPr>
              <a:t>4-</a:t>
            </a:r>
            <a:r>
              <a:rPr lang="fr-FR" sz="1200" dirty="0">
                <a:latin typeface="Bookman Old Style" panose="02050604050505020204" pitchFamily="18" charset="0"/>
              </a:rPr>
              <a:t>Le Cameroun vise une sécurisation totale de ses infrastructures numériques d'ici mi-2026.</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fr-FR" sz="1200" dirty="0">
                <a:latin typeface="Bookman Old Style" panose="02050604050505020204" pitchFamily="18" charset="0"/>
              </a:rPr>
              <a:t>Une collaboration opérationnelle permet aux officiers de police judiciaire du MINDEF (Gendarmerie) d'utiliser l'expertise de l'ANTIC pour authentifier des preuves numériques lors d'enquêtes sur des atteintes à l'image des forces de défense.</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fr-FR" sz="1200" dirty="0">
                <a:latin typeface="Bookman Old Style" panose="02050604050505020204" pitchFamily="18" charset="0"/>
              </a:rPr>
              <a:t>En 2026, la priorité est donnée à la neutralisation des "attaques informationnelles" venant d'acteurs privés ou de puissances étrangères cherchant à déstabiliser l'opinion publique via des manipulations visuelles.</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lang="fr-FR" sz="1200" dirty="0">
              <a:latin typeface="Bookman Old Style" panose="02050604050505020204" pitchFamily="18" charset="0"/>
            </a:endParaRPr>
          </a:p>
          <a:p>
            <a:pPr marL="0" marR="0" lvl="0" indent="0" algn="just" defTabSz="914400" rtl="0" eaLnBrk="0" fontAlgn="base" latinLnBrk="0" hangingPunct="0">
              <a:lnSpc>
                <a:spcPct val="150000"/>
              </a:lnSpc>
              <a:spcBef>
                <a:spcPct val="0"/>
              </a:spcBef>
              <a:spcAft>
                <a:spcPct val="0"/>
              </a:spcAft>
              <a:buClrTx/>
              <a:buSzTx/>
              <a:buFontTx/>
              <a:buNone/>
              <a:tabLst/>
            </a:pPr>
            <a:r>
              <a:rPr kumimoji="0" lang="fr-FR" altLang="fr-FR" sz="1200" b="0" i="0" u="none" strike="noStrike" cap="none" normalizeH="0" baseline="0" dirty="0">
                <a:ln>
                  <a:noFill/>
                </a:ln>
                <a:solidFill>
                  <a:srgbClr val="0A0A0A"/>
                </a:solidFill>
                <a:effectLst/>
                <a:latin typeface="Bookman Old Style" panose="02050604050505020204" pitchFamily="18" charset="0"/>
              </a:rPr>
              <a:t>La </a:t>
            </a:r>
            <a:r>
              <a:rPr kumimoji="0" lang="fr-FR" altLang="fr-FR" sz="1200" b="1" i="0" u="none" strike="noStrike" cap="none" normalizeH="0" baseline="0" dirty="0">
                <a:ln>
                  <a:noFill/>
                </a:ln>
                <a:solidFill>
                  <a:srgbClr val="0A0A0A"/>
                </a:solidFill>
                <a:effectLst/>
                <a:latin typeface="Bookman Old Style" panose="02050604050505020204" pitchFamily="18" charset="0"/>
              </a:rPr>
              <a:t>communication de défense proactive</a:t>
            </a:r>
            <a:r>
              <a:rPr kumimoji="0" lang="fr-FR" altLang="fr-FR" sz="1200" b="0" i="0" u="none" strike="noStrike" cap="none" normalizeH="0" baseline="0" dirty="0">
                <a:ln>
                  <a:noFill/>
                </a:ln>
                <a:solidFill>
                  <a:srgbClr val="0A0A0A"/>
                </a:solidFill>
                <a:effectLst/>
                <a:latin typeface="Bookman Old Style" panose="02050604050505020204" pitchFamily="18" charset="0"/>
              </a:rPr>
              <a:t> via la stratégie de </a:t>
            </a:r>
            <a:r>
              <a:rPr kumimoji="0" lang="fr-FR" altLang="fr-FR" sz="1200" b="1" i="0" u="none" strike="noStrike" cap="none" normalizeH="0" baseline="0" dirty="0" err="1">
                <a:ln>
                  <a:noFill/>
                </a:ln>
                <a:solidFill>
                  <a:srgbClr val="0A0A0A"/>
                </a:solidFill>
                <a:effectLst/>
                <a:latin typeface="Bookman Old Style" panose="02050604050505020204" pitchFamily="18" charset="0"/>
              </a:rPr>
              <a:t>pre-bunking</a:t>
            </a:r>
            <a:r>
              <a:rPr kumimoji="0" lang="fr-FR" altLang="fr-FR" sz="1200" b="0" i="0" u="none" strike="noStrike" cap="none" normalizeH="0" baseline="0" dirty="0">
                <a:ln>
                  <a:noFill/>
                </a:ln>
                <a:solidFill>
                  <a:srgbClr val="0A0A0A"/>
                </a:solidFill>
                <a:effectLst/>
                <a:latin typeface="Bookman Old Style" panose="02050604050505020204" pitchFamily="18" charset="0"/>
              </a:rPr>
              <a:t> (ou "pré-réfutation") est une méthode de défense cognitive visant à vacciner l'opinion publique contre la désinformation avant même qu'elle ne soit diffusée. </a:t>
            </a:r>
            <a:endParaRPr kumimoji="0" lang="fr-FR" altLang="fr-FR" sz="1200" b="0" i="0" u="none" strike="noStrike" cap="none" normalizeH="0" baseline="0" dirty="0">
              <a:ln>
                <a:noFill/>
              </a:ln>
              <a:solidFill>
                <a:schemeClr val="tx1"/>
              </a:solidFill>
              <a:effectLst/>
              <a:latin typeface="Bookman Old Style" panose="02050604050505020204" pitchFamily="18" charset="0"/>
            </a:endParaRPr>
          </a:p>
          <a:p>
            <a:pPr marL="0" marR="0" lvl="0" indent="0" algn="just" defTabSz="914400" rtl="0" eaLnBrk="0" fontAlgn="base" latinLnBrk="0" hangingPunct="0">
              <a:lnSpc>
                <a:spcPct val="150000"/>
              </a:lnSpc>
              <a:spcBef>
                <a:spcPct val="0"/>
              </a:spcBef>
              <a:spcAft>
                <a:spcPct val="0"/>
              </a:spcAft>
              <a:buClrTx/>
              <a:buSzTx/>
              <a:buFontTx/>
              <a:buNone/>
              <a:tabLst/>
            </a:pPr>
            <a:r>
              <a:rPr kumimoji="0" lang="fr-FR" altLang="fr-FR" sz="1200" b="0" i="0" u="none" strike="noStrike" cap="none" normalizeH="0" baseline="0" dirty="0">
                <a:ln>
                  <a:noFill/>
                </a:ln>
                <a:solidFill>
                  <a:srgbClr val="0A0A0A"/>
                </a:solidFill>
                <a:effectLst/>
                <a:latin typeface="Bookman Old Style" panose="02050604050505020204" pitchFamily="18" charset="0"/>
              </a:rPr>
              <a:t>En 2026, cette approche est devenue un pilier de la fonction stratégique "Influence" des armées pour protéger leur image et la cohésion nationale. </a:t>
            </a:r>
          </a:p>
          <a:p>
            <a:r>
              <a:rPr lang="fr-FR" sz="1200" b="0" i="0" kern="1200" dirty="0">
                <a:solidFill>
                  <a:schemeClr val="tx1"/>
                </a:solidFill>
                <a:effectLst/>
                <a:latin typeface="+mn-lt"/>
                <a:ea typeface="+mn-ea"/>
                <a:cs typeface="+mn-cs"/>
              </a:rPr>
              <a:t>Qu'est-ce que le </a:t>
            </a:r>
            <a:r>
              <a:rPr lang="fr-FR" sz="1200" b="0" i="0" kern="1200" dirty="0" err="1">
                <a:solidFill>
                  <a:schemeClr val="tx1"/>
                </a:solidFill>
                <a:effectLst/>
                <a:latin typeface="+mn-lt"/>
                <a:ea typeface="+mn-ea"/>
                <a:cs typeface="+mn-cs"/>
              </a:rPr>
              <a:t>débunking</a:t>
            </a:r>
            <a:r>
              <a:rPr lang="fr-FR" sz="1200" b="0" i="0" kern="1200" dirty="0">
                <a:solidFill>
                  <a:schemeClr val="tx1"/>
                </a:solidFill>
                <a:effectLst/>
                <a:latin typeface="+mn-lt"/>
                <a:ea typeface="+mn-ea"/>
                <a:cs typeface="+mn-cs"/>
              </a:rPr>
              <a:t> ?</a:t>
            </a:r>
          </a:p>
          <a:p>
            <a:r>
              <a:rPr kumimoji="0" lang="fr-FR" altLang="fr-FR" sz="1200" b="1" i="0" u="sng" strike="noStrike" cap="none" normalizeH="0" baseline="0" dirty="0">
                <a:ln>
                  <a:noFill/>
                </a:ln>
                <a:solidFill>
                  <a:srgbClr val="0A0A0A"/>
                </a:solidFill>
                <a:effectLst/>
                <a:latin typeface="Bookman Old Style" panose="02050604050505020204" pitchFamily="18" charset="0"/>
              </a:rPr>
              <a:t>De-</a:t>
            </a:r>
            <a:r>
              <a:rPr kumimoji="0" lang="fr-FR" altLang="fr-FR" sz="1200" b="1" i="0" u="sng" strike="noStrike" cap="none" normalizeH="0" baseline="0" dirty="0" err="1">
                <a:ln>
                  <a:noFill/>
                </a:ln>
                <a:solidFill>
                  <a:srgbClr val="0A0A0A"/>
                </a:solidFill>
                <a:effectLst/>
                <a:latin typeface="Bookman Old Style" panose="02050604050505020204" pitchFamily="18" charset="0"/>
              </a:rPr>
              <a:t>bunking</a:t>
            </a:r>
            <a:r>
              <a:rPr kumimoji="0" lang="fr-FR" altLang="fr-FR" sz="1200" b="0" i="0" u="none" strike="noStrike" cap="none" normalizeH="0" baseline="0" dirty="0">
                <a:ln>
                  <a:noFill/>
                </a:ln>
                <a:solidFill>
                  <a:srgbClr val="0A0A0A"/>
                </a:solidFill>
                <a:effectLst/>
                <a:latin typeface="Bookman Old Style" panose="02050604050505020204" pitchFamily="18" charset="0"/>
              </a:rPr>
              <a:t> </a:t>
            </a:r>
            <a:r>
              <a:rPr lang="fr-FR" sz="1200" b="0" i="0" kern="1200" dirty="0">
                <a:solidFill>
                  <a:schemeClr val="tx1"/>
                </a:solidFill>
                <a:effectLst/>
                <a:latin typeface="+mn-lt"/>
                <a:ea typeface="+mn-ea"/>
                <a:cs typeface="+mn-cs"/>
              </a:rPr>
              <a:t>Un démystificateur (en anglais, </a:t>
            </a:r>
            <a:r>
              <a:rPr lang="fr-FR" sz="1200" b="0" i="0" kern="1200" dirty="0" err="1">
                <a:solidFill>
                  <a:schemeClr val="tx1"/>
                </a:solidFill>
                <a:effectLst/>
                <a:latin typeface="+mn-lt"/>
                <a:ea typeface="+mn-ea"/>
                <a:cs typeface="+mn-cs"/>
              </a:rPr>
              <a:t>debunker</a:t>
            </a:r>
            <a:r>
              <a:rPr lang="fr-FR" sz="1200" b="0" i="0" kern="1200" dirty="0">
                <a:solidFill>
                  <a:schemeClr val="tx1"/>
                </a:solidFill>
                <a:effectLst/>
                <a:latin typeface="+mn-lt"/>
                <a:ea typeface="+mn-ea"/>
                <a:cs typeface="+mn-cs"/>
              </a:rPr>
              <a:t>) est une personne ou une organisation qui tente de mettre à nu ou de discréditer des revendications fausses, exagérées ou prétentieuses.</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fr-FR" altLang="fr-FR" sz="1200" b="0" i="0" u="none" strike="noStrike" cap="none" normalizeH="0" baseline="0" dirty="0">
              <a:ln>
                <a:noFill/>
              </a:ln>
              <a:solidFill>
                <a:srgbClr val="0A0A0A"/>
              </a:solidFill>
              <a:effectLst/>
              <a:latin typeface="Bookman Old Style" panose="02050604050505020204" pitchFamily="18" charset="0"/>
            </a:endParaRPr>
          </a:p>
          <a:p>
            <a:pPr marL="171450" marR="0" lvl="0" indent="-171450" algn="just"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fr-FR" altLang="fr-FR" sz="1200" b="0" i="0" u="none" strike="noStrike" cap="none" normalizeH="0" baseline="0" dirty="0">
                <a:ln>
                  <a:noFill/>
                </a:ln>
                <a:solidFill>
                  <a:srgbClr val="0A0A0A"/>
                </a:solidFill>
                <a:effectLst/>
                <a:latin typeface="Bookman Old Style" panose="02050604050505020204" pitchFamily="18" charset="0"/>
              </a:rPr>
              <a:t>On expose le public à une dose affaiblie de désinformation (ex: un exemple de manipulation visuelle grossière).</a:t>
            </a:r>
          </a:p>
          <a:p>
            <a:pPr marL="171450" marR="0" lvl="0" indent="-171450" algn="just"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fr-FR" altLang="fr-FR" sz="1200" b="0" i="0" u="none" strike="noStrike" cap="none" normalizeH="0" baseline="0" dirty="0">
                <a:ln>
                  <a:noFill/>
                </a:ln>
                <a:solidFill>
                  <a:srgbClr val="0A0A0A"/>
                </a:solidFill>
                <a:effectLst/>
                <a:latin typeface="Bookman Old Style" panose="02050604050505020204" pitchFamily="18" charset="0"/>
              </a:rPr>
              <a:t>Au lieu de simplement démentir un fait (de-</a:t>
            </a:r>
            <a:r>
              <a:rPr kumimoji="0" lang="fr-FR" altLang="fr-FR" sz="1200" b="0" i="0" u="none" strike="noStrike" cap="none" normalizeH="0" baseline="0" dirty="0" err="1">
                <a:ln>
                  <a:noFill/>
                </a:ln>
                <a:solidFill>
                  <a:srgbClr val="0A0A0A"/>
                </a:solidFill>
                <a:effectLst/>
                <a:latin typeface="Bookman Old Style" panose="02050604050505020204" pitchFamily="18" charset="0"/>
              </a:rPr>
              <a:t>bunking</a:t>
            </a:r>
            <a:r>
              <a:rPr kumimoji="0" lang="fr-FR" altLang="fr-FR" sz="1200" b="0" i="0" u="none" strike="noStrike" cap="none" normalizeH="0" baseline="0" dirty="0">
                <a:ln>
                  <a:noFill/>
                </a:ln>
                <a:solidFill>
                  <a:srgbClr val="0A0A0A"/>
                </a:solidFill>
                <a:effectLst/>
                <a:latin typeface="Bookman Old Style" panose="02050604050505020204" pitchFamily="18" charset="0"/>
              </a:rPr>
              <a:t>), on explique les </a:t>
            </a:r>
            <a:r>
              <a:rPr kumimoji="0" lang="fr-FR" altLang="fr-FR" sz="1200" b="0" i="1" u="none" strike="noStrike" cap="none" normalizeH="0" baseline="0" dirty="0">
                <a:ln>
                  <a:noFill/>
                </a:ln>
                <a:solidFill>
                  <a:srgbClr val="0A0A0A"/>
                </a:solidFill>
                <a:effectLst/>
                <a:latin typeface="Bookman Old Style" panose="02050604050505020204" pitchFamily="18" charset="0"/>
              </a:rPr>
              <a:t>mécanismes</a:t>
            </a:r>
            <a:r>
              <a:rPr kumimoji="0" lang="fr-FR" altLang="fr-FR" sz="1200" b="0" i="0" u="none" strike="noStrike" cap="none" normalizeH="0" baseline="0" dirty="0">
                <a:ln>
                  <a:noFill/>
                </a:ln>
                <a:solidFill>
                  <a:srgbClr val="0A0A0A"/>
                </a:solidFill>
                <a:effectLst/>
                <a:latin typeface="Bookman Old Style" panose="02050604050505020204" pitchFamily="18" charset="0"/>
              </a:rPr>
              <a:t> utilisés par les adversaires (utilisation de bots, </a:t>
            </a:r>
            <a:r>
              <a:rPr kumimoji="0" lang="fr-FR" altLang="fr-FR" sz="1200" b="0" i="0" u="none" strike="noStrike" cap="none" normalizeH="0" baseline="0" dirty="0" err="1">
                <a:ln>
                  <a:noFill/>
                </a:ln>
                <a:solidFill>
                  <a:srgbClr val="0A0A0A"/>
                </a:solidFill>
                <a:effectLst/>
                <a:latin typeface="Bookman Old Style" panose="02050604050505020204" pitchFamily="18" charset="0"/>
              </a:rPr>
              <a:t>deepfakes</a:t>
            </a:r>
            <a:r>
              <a:rPr kumimoji="0" lang="fr-FR" altLang="fr-FR" sz="1200" b="0" i="0" u="none" strike="noStrike" cap="none" normalizeH="0" baseline="0" dirty="0">
                <a:ln>
                  <a:noFill/>
                </a:ln>
                <a:solidFill>
                  <a:srgbClr val="0A0A0A"/>
                </a:solidFill>
                <a:effectLst/>
                <a:latin typeface="Bookman Old Style" panose="02050604050505020204" pitchFamily="18" charset="0"/>
              </a:rPr>
              <a:t>, détournement d'émotions).</a:t>
            </a:r>
          </a:p>
          <a:p>
            <a:pPr marL="171450" marR="0" lvl="0" indent="-171450" algn="just" defTabSz="914400" rtl="0" eaLnBrk="0" fontAlgn="base" latinLnBrk="0" hangingPunct="0">
              <a:lnSpc>
                <a:spcPct val="150000"/>
              </a:lnSpc>
              <a:spcBef>
                <a:spcPct val="0"/>
              </a:spcBef>
              <a:spcAft>
                <a:spcPct val="0"/>
              </a:spcAft>
              <a:buClrTx/>
              <a:buSzTx/>
              <a:buFont typeface="Wingdings" panose="05000000000000000000" pitchFamily="2" charset="2"/>
              <a:buChar char="§"/>
              <a:tabLst/>
              <a:defRPr/>
            </a:pPr>
            <a:r>
              <a:rPr kumimoji="0" lang="fr-FR" altLang="fr-FR" sz="1200" b="0" i="0" u="none" strike="noStrike" cap="none" normalizeH="0" baseline="0" dirty="0">
                <a:ln>
                  <a:noFill/>
                </a:ln>
                <a:solidFill>
                  <a:srgbClr val="0A0A0A"/>
                </a:solidFill>
                <a:effectLst/>
                <a:latin typeface="Bookman Old Style" panose="02050604050505020204" pitchFamily="18" charset="0"/>
              </a:rPr>
              <a:t>Le public développe des "anticorps mentaux" et devient capable d'identifier et de rejeter les futures tentatives de manipulation. </a:t>
            </a:r>
          </a:p>
          <a:p>
            <a:pPr marL="171450" marR="0" lvl="0" indent="-171450" algn="just" defTabSz="914400" rtl="0" eaLnBrk="0" fontAlgn="base" latinLnBrk="0" hangingPunct="0">
              <a:lnSpc>
                <a:spcPct val="150000"/>
              </a:lnSpc>
              <a:spcBef>
                <a:spcPct val="0"/>
              </a:spcBef>
              <a:spcAft>
                <a:spcPct val="0"/>
              </a:spcAft>
              <a:buClrTx/>
              <a:buSzTx/>
              <a:buFont typeface="Wingdings" panose="05000000000000000000" pitchFamily="2" charset="2"/>
              <a:buChar char="§"/>
              <a:tabLst/>
            </a:pPr>
            <a:endParaRPr kumimoji="0" lang="fr-FR" altLang="fr-FR" sz="1200" b="0" i="0" u="none" strike="noStrike" cap="none" normalizeH="0" baseline="0" dirty="0">
              <a:ln>
                <a:noFill/>
              </a:ln>
              <a:solidFill>
                <a:schemeClr val="tx1"/>
              </a:solidFill>
              <a:effectLst/>
              <a:latin typeface="Bookman Old Style" panose="02050604050505020204" pitchFamily="18" charset="0"/>
            </a:endParaRPr>
          </a:p>
          <a:p>
            <a:endParaRPr lang="fr-FR" dirty="0"/>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fr-FR" sz="1200" dirty="0">
                <a:latin typeface="Bookman Old Style" panose="02050604050505020204" pitchFamily="18" charset="0"/>
              </a:rPr>
              <a:t> </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lang="fr-FR" sz="1200" dirty="0">
              <a:latin typeface="Bookman Old Style" panose="02050604050505020204" pitchFamily="18" charset="0"/>
            </a:endParaRP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fr-FR" altLang="fr-FR" sz="1200" b="0" i="0" u="none" strike="noStrike" cap="none" normalizeH="0" baseline="0" dirty="0">
              <a:ln>
                <a:noFill/>
              </a:ln>
              <a:solidFill>
                <a:srgbClr val="0A0A0A"/>
              </a:solidFill>
              <a:effectLst/>
              <a:latin typeface="Bookman Old Style" panose="02050604050505020204" pitchFamily="18" charset="0"/>
            </a:endParaRP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fr-FR" altLang="fr-FR" sz="1200" b="0" i="0" u="none" strike="noStrike" cap="none" normalizeH="0" baseline="0" dirty="0">
              <a:ln>
                <a:noFill/>
              </a:ln>
              <a:solidFill>
                <a:srgbClr val="0A0A0A"/>
              </a:solidFill>
              <a:effectLst/>
              <a:latin typeface="Bookman Old Style" panose="02050604050505020204" pitchFamily="18" charset="0"/>
            </a:endParaRP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fr-FR" altLang="fr-FR" sz="1200" b="0" i="0" u="none" strike="noStrike" cap="none" normalizeH="0" baseline="0" dirty="0">
              <a:ln>
                <a:noFill/>
              </a:ln>
              <a:solidFill>
                <a:srgbClr val="0A0A0A"/>
              </a:solidFill>
              <a:effectLst/>
              <a:latin typeface="Bookman Old Style" panose="02050604050505020204" pitchFamily="18" charset="0"/>
            </a:endParaRPr>
          </a:p>
          <a:p>
            <a:pPr marL="171450" indent="-171450">
              <a:buFont typeface="Wingdings" panose="05000000000000000000" pitchFamily="2" charset="2"/>
              <a:buChar char="§"/>
            </a:pPr>
            <a:endParaRPr lang="fr-FR" dirty="0"/>
          </a:p>
        </p:txBody>
      </p:sp>
      <p:sp>
        <p:nvSpPr>
          <p:cNvPr id="4" name="Espace réservé du numéro de diapositive 3"/>
          <p:cNvSpPr>
            <a:spLocks noGrp="1"/>
          </p:cNvSpPr>
          <p:nvPr>
            <p:ph type="sldNum" sz="quarter" idx="5"/>
          </p:nvPr>
        </p:nvSpPr>
        <p:spPr/>
        <p:txBody>
          <a:bodyPr/>
          <a:lstStyle/>
          <a:p>
            <a:fld id="{871BE2FB-119D-4061-B317-684AF5B45172}" type="slidenum">
              <a:rPr lang="fr-FR" smtClean="0"/>
              <a:t>6</a:t>
            </a:fld>
            <a:endParaRPr lang="fr-FR"/>
          </a:p>
        </p:txBody>
      </p:sp>
    </p:spTree>
    <p:extLst>
      <p:ext uri="{BB962C8B-B14F-4D97-AF65-F5344CB8AC3E}">
        <p14:creationId xmlns:p14="http://schemas.microsoft.com/office/powerpoint/2010/main" val="31833861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fr-FR" altLang="fr-FR" sz="1200" b="0" i="0" u="none" strike="noStrike" cap="none" normalizeH="0" baseline="0" dirty="0">
                <a:ln>
                  <a:noFill/>
                </a:ln>
                <a:solidFill>
                  <a:srgbClr val="0A0A0A"/>
                </a:solidFill>
                <a:effectLst/>
                <a:latin typeface="Bookman Old Style" panose="02050604050505020204" pitchFamily="18" charset="0"/>
              </a:rPr>
              <a:t>En 2026, les fausses informations se propagent trop vite pour que la réaction humaine puisse les rattraper. Il faut donc préparer le terrain en amont.</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fr-FR" altLang="fr-FR" sz="1200" b="0" i="0" u="none" strike="noStrike" cap="none" normalizeH="0" baseline="0" dirty="0">
                <a:ln>
                  <a:noFill/>
                </a:ln>
                <a:solidFill>
                  <a:srgbClr val="0A0A0A"/>
                </a:solidFill>
                <a:effectLst/>
                <a:latin typeface="Bookman Old Style" panose="02050604050505020204" pitchFamily="18" charset="0"/>
              </a:rPr>
              <a:t>Une fois qu'une image manipulée a été vue, le cerveau humain a tendance à en garder une trace émotionnelle, même après un démenti officiel. Le </a:t>
            </a:r>
            <a:r>
              <a:rPr kumimoji="0" lang="fr-FR" altLang="fr-FR" sz="1200" b="0" i="0" u="none" strike="noStrike" cap="none" normalizeH="0" baseline="0" dirty="0" err="1">
                <a:ln>
                  <a:noFill/>
                </a:ln>
                <a:solidFill>
                  <a:srgbClr val="0A0A0A"/>
                </a:solidFill>
                <a:effectLst/>
                <a:latin typeface="Bookman Old Style" panose="02050604050505020204" pitchFamily="18" charset="0"/>
              </a:rPr>
              <a:t>pre-bunking</a:t>
            </a:r>
            <a:r>
              <a:rPr kumimoji="0" lang="fr-FR" altLang="fr-FR" sz="1200" b="0" i="0" u="none" strike="noStrike" cap="none" normalizeH="0" baseline="0" dirty="0">
                <a:ln>
                  <a:noFill/>
                </a:ln>
                <a:solidFill>
                  <a:srgbClr val="0A0A0A"/>
                </a:solidFill>
                <a:effectLst/>
                <a:latin typeface="Bookman Old Style" panose="02050604050505020204" pitchFamily="18" charset="0"/>
              </a:rPr>
              <a:t> empêche cette première impression de s'installer.</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fr-FR" altLang="fr-FR" sz="1200" b="0" i="0" u="none" strike="noStrike" cap="none" normalizeH="0" baseline="0" dirty="0">
                <a:ln>
                  <a:noFill/>
                </a:ln>
                <a:solidFill>
                  <a:srgbClr val="0A0A0A"/>
                </a:solidFill>
                <a:effectLst/>
                <a:latin typeface="Bookman Old Style" panose="02050604050505020204" pitchFamily="18" charset="0"/>
              </a:rPr>
              <a:t>En expliquant les méthodes de l'adversaire plutôt qu'en imposant une "vérité d'État", les institutions renforcent la confiance et la résilience démocratique.</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fr-FR" altLang="fr-FR" sz="1200" b="0" i="0" u="none" strike="noStrike" cap="none" normalizeH="0" baseline="0" dirty="0">
                <a:ln>
                  <a:noFill/>
                </a:ln>
                <a:solidFill>
                  <a:srgbClr val="0A0A0A"/>
                </a:solidFill>
                <a:effectLst/>
                <a:latin typeface="Bookman Old Style" panose="02050604050505020204" pitchFamily="18" charset="0"/>
              </a:rPr>
              <a:t>3- Publication de guides et de vidéos montrant comment les images des forces de défense sont détournées par les groupes terroristes ou des puissances étrangères.</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fr-FR" altLang="fr-FR" sz="1200" b="0" i="0" u="none" strike="noStrike" cap="none" normalizeH="0" baseline="0" dirty="0">
                <a:ln>
                  <a:noFill/>
                </a:ln>
                <a:solidFill>
                  <a:srgbClr val="0A0A0A"/>
                </a:solidFill>
                <a:effectLst/>
                <a:latin typeface="Bookman Old Style" panose="02050604050505020204" pitchFamily="18" charset="0"/>
              </a:rPr>
              <a:t>Communiquer sur les faits réels (parfois même les échecs) avant que l'adversaire ne les transforme en outil de propagande.</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fr-FR" altLang="fr-FR" sz="1200" b="0" i="0" u="none" strike="noStrike" cap="none" normalizeH="0" baseline="0" dirty="0">
                <a:ln>
                  <a:noFill/>
                </a:ln>
                <a:solidFill>
                  <a:srgbClr val="0A0A0A"/>
                </a:solidFill>
                <a:effectLst/>
                <a:latin typeface="Bookman Old Style" panose="02050604050505020204" pitchFamily="18" charset="0"/>
              </a:rPr>
              <a:t>Partenariats avec des organismes techniques (comme l'</a:t>
            </a:r>
            <a:r>
              <a:rPr kumimoji="0" lang="fr-FR" altLang="fr-FR" sz="1200" b="1" i="0" u="none" strike="noStrike" cap="none" normalizeH="0" baseline="0" dirty="0">
                <a:ln>
                  <a:noFill/>
                </a:ln>
                <a:solidFill>
                  <a:srgbClr val="0A0A0A"/>
                </a:solidFill>
                <a:effectLst/>
                <a:latin typeface="Bookman Old Style" panose="02050604050505020204" pitchFamily="18" charset="0"/>
              </a:rPr>
              <a:t>ANTIC</a:t>
            </a:r>
            <a:r>
              <a:rPr kumimoji="0" lang="fr-FR" altLang="fr-FR" sz="1200" b="0" i="0" u="none" strike="noStrike" cap="none" normalizeH="0" baseline="0" dirty="0">
                <a:ln>
                  <a:noFill/>
                </a:ln>
                <a:solidFill>
                  <a:srgbClr val="0A0A0A"/>
                </a:solidFill>
                <a:effectLst/>
                <a:latin typeface="Bookman Old Style" panose="02050604050505020204" pitchFamily="18" charset="0"/>
              </a:rPr>
              <a:t>) pour former les citoyens à vérifier l'authenticité des contenus visuels.</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fr-FR" altLang="fr-FR" sz="1200" b="0" i="0" u="none" strike="noStrike" cap="none" normalizeH="0" baseline="0" dirty="0">
              <a:ln>
                <a:noFill/>
              </a:ln>
              <a:solidFill>
                <a:srgbClr val="0A0A0A"/>
              </a:solidFill>
              <a:effectLst/>
              <a:latin typeface="Bookman Old Style" panose="020506040505050202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altLang="fr-FR" sz="1200" b="1" dirty="0">
                <a:solidFill>
                  <a:srgbClr val="0A0A0A"/>
                </a:solidFill>
                <a:latin typeface="Bookman Old Style" panose="02050604050505020204" pitchFamily="18" charset="0"/>
              </a:rPr>
              <a:t>Social </a:t>
            </a:r>
            <a:r>
              <a:rPr lang="fr-FR" altLang="fr-FR" sz="1200" b="1" dirty="0" err="1">
                <a:solidFill>
                  <a:srgbClr val="0A0A0A"/>
                </a:solidFill>
                <a:latin typeface="Bookman Old Style" panose="02050604050505020204" pitchFamily="18" charset="0"/>
              </a:rPr>
              <a:t>Listening</a:t>
            </a:r>
            <a:r>
              <a:rPr lang="fr-FR" altLang="fr-FR" sz="1200" b="1" dirty="0">
                <a:solidFill>
                  <a:srgbClr val="0A0A0A"/>
                </a:solidFill>
                <a:latin typeface="Bookman Old Style" panose="02050604050505020204" pitchFamily="18" charset="0"/>
              </a:rPr>
              <a:t> (</a:t>
            </a:r>
            <a:r>
              <a:rPr lang="fr-FR" altLang="fr-FR" sz="1200" b="1" dirty="0" err="1">
                <a:solidFill>
                  <a:srgbClr val="0A0A0A"/>
                </a:solidFill>
                <a:latin typeface="Bookman Old Style" panose="02050604050505020204" pitchFamily="18" charset="0"/>
              </a:rPr>
              <a:t>Meltwater</a:t>
            </a:r>
            <a:r>
              <a:rPr lang="fr-FR" altLang="fr-FR" sz="1200" b="1" dirty="0">
                <a:solidFill>
                  <a:srgbClr val="0A0A0A"/>
                </a:solidFill>
                <a:latin typeface="Bookman Old Style" panose="02050604050505020204" pitchFamily="18" charset="0"/>
              </a:rPr>
              <a:t>/</a:t>
            </a:r>
            <a:r>
              <a:rPr lang="fr-FR" altLang="fr-FR" sz="1200" b="1" dirty="0" err="1">
                <a:solidFill>
                  <a:srgbClr val="0A0A0A"/>
                </a:solidFill>
                <a:latin typeface="Bookman Old Style" panose="02050604050505020204" pitchFamily="18" charset="0"/>
              </a:rPr>
              <a:t>Brandwatch</a:t>
            </a:r>
            <a:r>
              <a:rPr lang="fr-FR" altLang="fr-FR" sz="1200" b="1" dirty="0">
                <a:solidFill>
                  <a:srgbClr val="0A0A0A"/>
                </a:solidFill>
                <a:latin typeface="Bookman Old Style" panose="02050604050505020204" pitchFamily="18" charset="0"/>
              </a:rPr>
              <a:t>) :</a:t>
            </a:r>
            <a:r>
              <a:rPr lang="fr-FR" altLang="fr-FR" sz="1200" dirty="0">
                <a:solidFill>
                  <a:srgbClr val="0A0A0A"/>
                </a:solidFill>
                <a:latin typeface="Bookman Old Style" panose="02050604050505020204" pitchFamily="18" charset="0"/>
              </a:rPr>
              <a:t> Détectent en temps réel les pics de mention des forces armées pour identifier les campagnes de désinformation dès les 4 premières heures.</a:t>
            </a:r>
          </a:p>
          <a:p>
            <a:pPr marL="0" marR="0" lvl="0" indent="0" algn="l" defTabSz="914400" rtl="0" eaLnBrk="1" fontAlgn="auto" latinLnBrk="0" hangingPunct="1">
              <a:lnSpc>
                <a:spcPct val="100000"/>
              </a:lnSpc>
              <a:spcBef>
                <a:spcPts val="0"/>
              </a:spcBef>
              <a:spcAft>
                <a:spcPts val="0"/>
              </a:spcAft>
              <a:buClrTx/>
              <a:buSzTx/>
              <a:buFontTx/>
              <a:buNone/>
              <a:tabLst/>
              <a:defRPr/>
            </a:pPr>
            <a:r>
              <a:rPr lang="fr-FR" altLang="fr-FR" sz="1200" b="1" dirty="0">
                <a:solidFill>
                  <a:srgbClr val="0A0A0A"/>
                </a:solidFill>
                <a:latin typeface="Bookman Old Style" panose="02050604050505020204" pitchFamily="18" charset="0"/>
              </a:rPr>
              <a:t>Outils Forensiques (Reality Defender/</a:t>
            </a:r>
            <a:r>
              <a:rPr lang="fr-FR" altLang="fr-FR" sz="1200" b="1" dirty="0" err="1">
                <a:solidFill>
                  <a:srgbClr val="0A0A0A"/>
                </a:solidFill>
                <a:latin typeface="Bookman Old Style" panose="02050604050505020204" pitchFamily="18" charset="0"/>
              </a:rPr>
              <a:t>Copyleaks</a:t>
            </a:r>
            <a:r>
              <a:rPr lang="fr-FR" altLang="fr-FR" sz="1200" b="1" dirty="0">
                <a:solidFill>
                  <a:srgbClr val="0A0A0A"/>
                </a:solidFill>
                <a:latin typeface="Bookman Old Style" panose="02050604050505020204" pitchFamily="18" charset="0"/>
              </a:rPr>
              <a:t>) :</a:t>
            </a:r>
            <a:r>
              <a:rPr lang="fr-FR" altLang="fr-FR" sz="1200" dirty="0">
                <a:solidFill>
                  <a:srgbClr val="0A0A0A"/>
                </a:solidFill>
                <a:latin typeface="Bookman Old Style" panose="02050604050505020204" pitchFamily="18" charset="0"/>
              </a:rPr>
              <a:t> Scannent les images suspectes pour détecter les traces de manipulation générative (artéfacts de pixels, incohérences biométriques) indétectables à l'œil nu.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Un </a:t>
            </a:r>
            <a:r>
              <a:rPr lang="fr-FR" sz="1200" b="1" i="0" kern="1200" dirty="0" err="1">
                <a:solidFill>
                  <a:schemeClr val="tx1"/>
                </a:solidFill>
                <a:effectLst/>
                <a:latin typeface="+mn-lt"/>
                <a:ea typeface="+mn-ea"/>
                <a:cs typeface="+mn-cs"/>
              </a:rPr>
              <a:t>deepfake</a:t>
            </a:r>
            <a:r>
              <a:rPr lang="fr-FR" sz="1200" b="0" i="0" kern="1200" dirty="0">
                <a:solidFill>
                  <a:schemeClr val="tx1"/>
                </a:solidFill>
                <a:effectLst/>
                <a:latin typeface="+mn-lt"/>
                <a:ea typeface="+mn-ea"/>
                <a:cs typeface="+mn-cs"/>
              </a:rPr>
              <a:t> (ou </a:t>
            </a:r>
            <a:r>
              <a:rPr lang="fr-FR" sz="1200" b="1" i="0" kern="1200" dirty="0">
                <a:solidFill>
                  <a:schemeClr val="tx1"/>
                </a:solidFill>
                <a:effectLst/>
                <a:latin typeface="+mn-lt"/>
                <a:ea typeface="+mn-ea"/>
                <a:cs typeface="+mn-cs"/>
              </a:rPr>
              <a:t>hypertrucage</a:t>
            </a:r>
            <a:r>
              <a:rPr lang="fr-FR" sz="1200" b="0" i="0" kern="1200" dirty="0">
                <a:solidFill>
                  <a:schemeClr val="tx1"/>
                </a:solidFill>
                <a:effectLst/>
                <a:latin typeface="+mn-lt"/>
                <a:ea typeface="+mn-ea"/>
                <a:cs typeface="+mn-cs"/>
              </a:rPr>
              <a:t> en français) est un contenu synthétique, généralement une vidéo ou un enregistrement audio, créé ou manipulé à l'aide de l'</a:t>
            </a:r>
            <a:r>
              <a:rPr lang="fr-FR" sz="1200" b="1" i="0" kern="1200" dirty="0">
                <a:solidFill>
                  <a:schemeClr val="tx1"/>
                </a:solidFill>
                <a:effectLst/>
                <a:latin typeface="+mn-lt"/>
                <a:ea typeface="+mn-ea"/>
                <a:cs typeface="+mn-cs"/>
              </a:rPr>
              <a:t>intelligence artificielle (IA)</a:t>
            </a:r>
            <a:r>
              <a:rPr lang="fr-FR" sz="1200" b="0" i="0" kern="1200" dirty="0">
                <a:solidFill>
                  <a:schemeClr val="tx1"/>
                </a:solidFill>
                <a:effectLst/>
                <a:latin typeface="+mn-lt"/>
                <a:ea typeface="+mn-ea"/>
                <a:cs typeface="+mn-cs"/>
              </a:rPr>
              <a:t> et de techniques d'apprentissage profond (</a:t>
            </a:r>
            <a:r>
              <a:rPr lang="fr-FR" sz="1200" b="1" i="1" kern="1200" dirty="0" err="1">
                <a:solidFill>
                  <a:schemeClr val="tx1"/>
                </a:solidFill>
                <a:effectLst/>
                <a:latin typeface="+mn-lt"/>
                <a:ea typeface="+mn-ea"/>
                <a:cs typeface="+mn-cs"/>
              </a:rPr>
              <a:t>deep</a:t>
            </a:r>
            <a:r>
              <a:rPr lang="fr-FR" sz="1200" b="1" i="1" kern="1200" dirty="0">
                <a:solidFill>
                  <a:schemeClr val="tx1"/>
                </a:solidFill>
                <a:effectLst/>
                <a:latin typeface="+mn-lt"/>
                <a:ea typeface="+mn-ea"/>
                <a:cs typeface="+mn-cs"/>
              </a:rPr>
              <a:t> </a:t>
            </a:r>
            <a:r>
              <a:rPr lang="fr-FR" sz="1200" b="1" i="1" kern="1200" dirty="0" err="1">
                <a:solidFill>
                  <a:schemeClr val="tx1"/>
                </a:solidFill>
                <a:effectLst/>
                <a:latin typeface="+mn-lt"/>
                <a:ea typeface="+mn-ea"/>
                <a:cs typeface="+mn-cs"/>
              </a:rPr>
              <a:t>learning</a:t>
            </a:r>
            <a:r>
              <a:rPr lang="fr-FR" sz="1200" b="0" i="0" kern="1200" dirty="0">
                <a:solidFill>
                  <a:schemeClr val="tx1"/>
                </a:solidFill>
                <a:effectLst/>
                <a:latin typeface="+mn-lt"/>
                <a:ea typeface="+mn-ea"/>
                <a:cs typeface="+mn-cs"/>
              </a:rPr>
              <a:t>). Le but est de produire un résultat hyperréaliste dans lequel une personne semble dire ou faire quelque chose qu'elle n'a jamais réellement fait ou dit. </a:t>
            </a:r>
            <a:endParaRPr lang="fr-FR" altLang="fr-FR" sz="1200" dirty="0">
              <a:solidFill>
                <a:srgbClr val="0A0A0A"/>
              </a:solidFill>
              <a:latin typeface="Bookman Old Style" panose="020506040505050202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fr-FR" altLang="fr-FR" sz="1200" dirty="0">
              <a:solidFill>
                <a:srgbClr val="0A0A0A"/>
              </a:solidFill>
              <a:latin typeface="Bookman Old Style" panose="02050604050505020204" pitchFamily="18" charset="0"/>
            </a:endParaRPr>
          </a:p>
          <a:p>
            <a:endParaRPr lang="fr-FR" dirty="0"/>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kumimoji="0" lang="fr-FR" altLang="fr-FR" sz="1200" b="0" i="0" u="none" strike="noStrike" cap="none" normalizeH="0" baseline="0" dirty="0">
                <a:ln>
                  <a:noFill/>
                </a:ln>
                <a:solidFill>
                  <a:srgbClr val="0A0A0A"/>
                </a:solidFill>
                <a:effectLst/>
                <a:latin typeface="Bookman Old Style" panose="02050604050505020204" pitchFamily="18" charset="0"/>
              </a:rPr>
              <a:t> </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fr-FR" altLang="fr-FR" sz="1200" b="0" i="0" u="none" strike="noStrike" cap="none" normalizeH="0" baseline="0" dirty="0">
              <a:ln>
                <a:noFill/>
              </a:ln>
              <a:solidFill>
                <a:srgbClr val="0A0A0A"/>
              </a:solidFill>
              <a:effectLst/>
              <a:latin typeface="Bookman Old Style" panose="02050604050505020204" pitchFamily="18" charset="0"/>
            </a:endParaRP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fr-FR" altLang="fr-FR" sz="1200" b="0" i="0" u="none" strike="noStrike" cap="none" normalizeH="0" baseline="0" dirty="0">
              <a:ln>
                <a:noFill/>
              </a:ln>
              <a:solidFill>
                <a:srgbClr val="0A0A0A"/>
              </a:solidFill>
              <a:effectLst/>
              <a:latin typeface="Bookman Old Style" panose="02050604050505020204" pitchFamily="18" charset="0"/>
            </a:endParaRP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fr-FR" altLang="fr-FR" sz="1200" b="0" i="0" u="none" strike="noStrike" cap="none" normalizeH="0" baseline="0" dirty="0">
              <a:ln>
                <a:noFill/>
              </a:ln>
              <a:solidFill>
                <a:srgbClr val="0A0A0A"/>
              </a:solidFill>
              <a:effectLst/>
              <a:latin typeface="Bookman Old Style" panose="02050604050505020204" pitchFamily="18" charset="0"/>
            </a:endParaRP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fr-FR" altLang="fr-FR" sz="1200" b="0" i="0" u="none" strike="noStrike" cap="none" normalizeH="0" baseline="0" dirty="0">
              <a:ln>
                <a:noFill/>
              </a:ln>
              <a:solidFill>
                <a:srgbClr val="0A0A0A"/>
              </a:solidFill>
              <a:effectLst/>
              <a:latin typeface="Bookman Old Style" panose="02050604050505020204" pitchFamily="18" charset="0"/>
            </a:endParaRP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fr-FR" altLang="fr-FR" sz="1200" b="0" i="0" u="none" strike="noStrike" cap="none" normalizeH="0" baseline="0" dirty="0">
              <a:ln>
                <a:noFill/>
              </a:ln>
              <a:solidFill>
                <a:srgbClr val="0A0A0A"/>
              </a:solidFill>
              <a:effectLst/>
              <a:latin typeface="Bookman Old Style" panose="02050604050505020204" pitchFamily="18" charset="0"/>
            </a:endParaRPr>
          </a:p>
          <a:p>
            <a:endParaRPr lang="fr-FR" dirty="0"/>
          </a:p>
        </p:txBody>
      </p:sp>
      <p:sp>
        <p:nvSpPr>
          <p:cNvPr id="4" name="Espace réservé du numéro de diapositive 3"/>
          <p:cNvSpPr>
            <a:spLocks noGrp="1"/>
          </p:cNvSpPr>
          <p:nvPr>
            <p:ph type="sldNum" sz="quarter" idx="5"/>
          </p:nvPr>
        </p:nvSpPr>
        <p:spPr/>
        <p:txBody>
          <a:bodyPr/>
          <a:lstStyle/>
          <a:p>
            <a:fld id="{871BE2FB-119D-4061-B317-684AF5B45172}" type="slidenum">
              <a:rPr lang="fr-FR" smtClean="0"/>
              <a:t>7</a:t>
            </a:fld>
            <a:endParaRPr lang="fr-FR"/>
          </a:p>
        </p:txBody>
      </p:sp>
    </p:spTree>
    <p:extLst>
      <p:ext uri="{BB962C8B-B14F-4D97-AF65-F5344CB8AC3E}">
        <p14:creationId xmlns:p14="http://schemas.microsoft.com/office/powerpoint/2010/main" val="13789225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altLang="fr-FR" sz="1200" b="1" dirty="0">
                <a:solidFill>
                  <a:srgbClr val="0A0A0A"/>
                </a:solidFill>
                <a:latin typeface="Bookman Old Style" panose="02050604050505020204" pitchFamily="18" charset="0"/>
              </a:rPr>
              <a:t>Le facteur humain : </a:t>
            </a:r>
            <a:r>
              <a:rPr lang="fr-FR" altLang="fr-FR" sz="1200" dirty="0">
                <a:solidFill>
                  <a:srgbClr val="0A0A0A"/>
                </a:solidFill>
                <a:latin typeface="Bookman Old Style" panose="02050604050505020204" pitchFamily="18" charset="0"/>
              </a:rPr>
              <a:t>malgré les avancées technologiques de 2026, le facteur humain demeure le "maillon faible" et l'enjeu central de la protection de l'image des forces de défense. La guerre cognitive cible précisément les biais psychologiques que la technique ne peut totalement corriger.</a:t>
            </a:r>
          </a:p>
          <a:p>
            <a:pPr marL="0" marR="0" lvl="0" indent="0" algn="l" defTabSz="914400" rtl="0" eaLnBrk="1" fontAlgn="auto" latinLnBrk="0" hangingPunct="1">
              <a:lnSpc>
                <a:spcPct val="100000"/>
              </a:lnSpc>
              <a:spcBef>
                <a:spcPts val="0"/>
              </a:spcBef>
              <a:spcAft>
                <a:spcPts val="0"/>
              </a:spcAft>
              <a:buClrTx/>
              <a:buSzTx/>
              <a:buFontTx/>
              <a:buNone/>
              <a:tabLst/>
              <a:defRPr/>
            </a:pPr>
            <a:r>
              <a:rPr lang="fr-FR" altLang="fr-FR" sz="1200" dirty="0">
                <a:solidFill>
                  <a:srgbClr val="0A0A0A"/>
                </a:solidFill>
                <a:latin typeface="Bookman Old Style" panose="02050604050505020204" pitchFamily="18" charset="0"/>
              </a:rPr>
              <a:t>Même face à une image prouvée "fausse" par l'</a:t>
            </a:r>
            <a:r>
              <a:rPr lang="fr-FR" altLang="fr-FR" sz="1200" b="1" dirty="0">
                <a:solidFill>
                  <a:srgbClr val="0A0A0A"/>
                </a:solidFill>
                <a:latin typeface="Bookman Old Style" panose="02050604050505020204" pitchFamily="18" charset="0"/>
              </a:rPr>
              <a:t>ANTIC</a:t>
            </a:r>
            <a:r>
              <a:rPr lang="fr-FR" altLang="fr-FR" sz="1200" dirty="0">
                <a:solidFill>
                  <a:srgbClr val="0A0A0A"/>
                </a:solidFill>
                <a:latin typeface="Bookman Old Style" panose="02050604050505020204" pitchFamily="18" charset="0"/>
              </a:rPr>
              <a:t>, un individu aura tendance à la croire et à la partager si elle conforte ses préjugés sur l'armée. L'émotion prime souvent sur la preuve technique.</a:t>
            </a:r>
          </a:p>
          <a:p>
            <a:pPr marL="0" marR="0" lvl="0" indent="0" algn="l" defTabSz="914400" rtl="0" eaLnBrk="1" fontAlgn="auto" latinLnBrk="0" hangingPunct="1">
              <a:lnSpc>
                <a:spcPct val="100000"/>
              </a:lnSpc>
              <a:spcBef>
                <a:spcPts val="0"/>
              </a:spcBef>
              <a:spcAft>
                <a:spcPts val="0"/>
              </a:spcAft>
              <a:buClrTx/>
              <a:buSzTx/>
              <a:buFontTx/>
              <a:buNone/>
              <a:tabLst/>
              <a:defRPr/>
            </a:pPr>
            <a:r>
              <a:rPr lang="fr-FR" altLang="fr-FR" sz="1200" dirty="0">
                <a:solidFill>
                  <a:srgbClr val="0A0A0A"/>
                </a:solidFill>
                <a:latin typeface="Bookman Old Style" panose="02050604050505020204" pitchFamily="18" charset="0"/>
              </a:rPr>
              <a:t>La saturation de l'espace numérique par des contenus générés par IA crée une méfiance généralisée. À force de douter de tout, le citoyen finit par ne plus croire les sources officielles, même authentiques.</a:t>
            </a:r>
          </a:p>
          <a:p>
            <a:pPr marL="0" marR="0" lvl="0" indent="0" algn="l" defTabSz="914400" rtl="0" eaLnBrk="1" fontAlgn="auto" latinLnBrk="0" hangingPunct="1">
              <a:lnSpc>
                <a:spcPct val="100000"/>
              </a:lnSpc>
              <a:spcBef>
                <a:spcPts val="0"/>
              </a:spcBef>
              <a:spcAft>
                <a:spcPts val="0"/>
              </a:spcAft>
              <a:buClrTx/>
              <a:buSzTx/>
              <a:buFontTx/>
              <a:buNone/>
              <a:tabLst/>
              <a:defRPr/>
            </a:pPr>
            <a:r>
              <a:rPr lang="fr-FR" altLang="fr-FR" sz="1200" dirty="0">
                <a:solidFill>
                  <a:srgbClr val="0A0A0A"/>
                </a:solidFill>
                <a:latin typeface="Bookman Old Style" panose="02050604050505020204" pitchFamily="18" charset="0"/>
              </a:rPr>
              <a:t>Le soldat reste un utilisateur de réseaux sociaux. L'usage de smartphones personnels sur le terrain ou la publication de selfies en zone d'opération par inadvertance offre une matière première inestimable aux services de renseignement adverses pour créer des détournements.</a:t>
            </a:r>
          </a:p>
          <a:p>
            <a:pPr marL="457200" marR="0" lvl="1" indent="0" algn="just" defTabSz="914400" rtl="0" eaLnBrk="0" fontAlgn="base" latinLnBrk="0" hangingPunct="0">
              <a:lnSpc>
                <a:spcPct val="150000"/>
              </a:lnSpc>
              <a:spcBef>
                <a:spcPct val="0"/>
              </a:spcBef>
              <a:spcAft>
                <a:spcPct val="0"/>
              </a:spcAft>
              <a:buClrTx/>
              <a:buSzTx/>
              <a:tabLst/>
            </a:pPr>
            <a:r>
              <a:rPr kumimoji="0" lang="fr-FR" altLang="fr-FR" sz="1600" b="0" i="0" u="none" strike="noStrike" cap="none" normalizeH="0" baseline="0" dirty="0">
                <a:ln>
                  <a:noFill/>
                </a:ln>
                <a:solidFill>
                  <a:srgbClr val="0A0A0A"/>
                </a:solidFill>
                <a:effectLst/>
                <a:latin typeface="Bookman Old Style" panose="02050604050505020204" pitchFamily="18" charset="0"/>
              </a:rPr>
              <a:t>- Intégrer la détection de la manipulation d'image dans la formation de base de chaque soldat.</a:t>
            </a:r>
          </a:p>
          <a:p>
            <a:pPr marL="742950" marR="0" lvl="1" indent="-285750" algn="just" defTabSz="914400" rtl="0" eaLnBrk="0" fontAlgn="base" latinLnBrk="0" hangingPunct="0">
              <a:lnSpc>
                <a:spcPct val="150000"/>
              </a:lnSpc>
              <a:spcBef>
                <a:spcPct val="0"/>
              </a:spcBef>
              <a:spcAft>
                <a:spcPct val="0"/>
              </a:spcAft>
              <a:buClrTx/>
              <a:buSzTx/>
              <a:buFontTx/>
              <a:buChar char="-"/>
              <a:tabLst/>
            </a:pPr>
            <a:r>
              <a:rPr kumimoji="0" lang="fr-FR" altLang="fr-FR" sz="1600" b="0" i="0" u="none" strike="noStrike" cap="none" normalizeH="0" baseline="0" dirty="0">
                <a:ln>
                  <a:noFill/>
                </a:ln>
                <a:solidFill>
                  <a:srgbClr val="0A0A0A"/>
                </a:solidFill>
                <a:effectLst/>
                <a:latin typeface="Bookman Old Style" panose="02050604050505020204" pitchFamily="18" charset="0"/>
              </a:rPr>
              <a:t>Transformer chaque militaire en un "ambassadeur de l'image" conscient que sa photo peut devenir une arme contre son propre camp.</a:t>
            </a:r>
          </a:p>
          <a:p>
            <a:pPr marL="742950" marR="0" lvl="1" indent="-285750" algn="just" defTabSz="914400" rtl="0" eaLnBrk="0" fontAlgn="base" latinLnBrk="0" hangingPunct="0">
              <a:lnSpc>
                <a:spcPct val="150000"/>
              </a:lnSpc>
              <a:spcBef>
                <a:spcPct val="0"/>
              </a:spcBef>
              <a:spcAft>
                <a:spcPct val="0"/>
              </a:spcAft>
              <a:buClrTx/>
              <a:buSzTx/>
              <a:buFontTx/>
              <a:buChar char="-"/>
              <a:tabLst/>
              <a:defRPr/>
            </a:pPr>
            <a:r>
              <a:rPr kumimoji="0" lang="fr-FR" altLang="fr-FR" sz="1600" b="0" i="0" u="none" strike="noStrike" cap="none" normalizeH="0" baseline="0" dirty="0">
                <a:ln>
                  <a:noFill/>
                </a:ln>
                <a:solidFill>
                  <a:srgbClr val="0A0A0A"/>
                </a:solidFill>
                <a:effectLst/>
                <a:latin typeface="Bookman Old Style" panose="02050604050505020204" pitchFamily="18" charset="0"/>
              </a:rPr>
              <a:t>Développer des simulateurs de crise ou des jeux sérieux (</a:t>
            </a:r>
            <a:r>
              <a:rPr kumimoji="0" lang="fr-FR" altLang="fr-FR" sz="1600" b="0" i="0" u="none" strike="noStrike" cap="none" normalizeH="0" baseline="0" dirty="0" err="1">
                <a:ln>
                  <a:noFill/>
                </a:ln>
                <a:solidFill>
                  <a:srgbClr val="0A0A0A"/>
                </a:solidFill>
                <a:effectLst/>
                <a:latin typeface="Bookman Old Style" panose="02050604050505020204" pitchFamily="18" charset="0"/>
              </a:rPr>
              <a:t>serious</a:t>
            </a:r>
            <a:r>
              <a:rPr kumimoji="0" lang="fr-FR" altLang="fr-FR" sz="1600" b="0" i="0" u="none" strike="noStrike" cap="none" normalizeH="0" baseline="0" dirty="0">
                <a:ln>
                  <a:noFill/>
                </a:ln>
                <a:solidFill>
                  <a:srgbClr val="0A0A0A"/>
                </a:solidFill>
                <a:effectLst/>
                <a:latin typeface="Bookman Old Style" panose="02050604050505020204" pitchFamily="18" charset="0"/>
              </a:rPr>
              <a:t> </a:t>
            </a:r>
            <a:r>
              <a:rPr kumimoji="0" lang="fr-FR" altLang="fr-FR" sz="1600" b="0" i="0" u="none" strike="noStrike" cap="none" normalizeH="0" baseline="0" dirty="0" err="1">
                <a:ln>
                  <a:noFill/>
                </a:ln>
                <a:solidFill>
                  <a:srgbClr val="0A0A0A"/>
                </a:solidFill>
                <a:effectLst/>
                <a:latin typeface="Bookman Old Style" panose="02050604050505020204" pitchFamily="18" charset="0"/>
              </a:rPr>
              <a:t>games</a:t>
            </a:r>
            <a:r>
              <a:rPr kumimoji="0" lang="fr-FR" altLang="fr-FR" sz="1600" b="0" i="0" u="none" strike="noStrike" cap="none" normalizeH="0" baseline="0" dirty="0">
                <a:ln>
                  <a:noFill/>
                </a:ln>
                <a:solidFill>
                  <a:srgbClr val="0A0A0A"/>
                </a:solidFill>
                <a:effectLst/>
                <a:latin typeface="Bookman Old Style" panose="02050604050505020204" pitchFamily="18" charset="0"/>
              </a:rPr>
              <a:t>) où les personnels et le public apprennent à créer et déceler des </a:t>
            </a:r>
            <a:r>
              <a:rPr kumimoji="0" lang="fr-FR" altLang="fr-FR" sz="1600" b="0" i="0" u="none" strike="noStrike" cap="none" normalizeH="0" baseline="0" dirty="0" err="1">
                <a:ln>
                  <a:noFill/>
                </a:ln>
                <a:solidFill>
                  <a:srgbClr val="0A0A0A"/>
                </a:solidFill>
                <a:effectLst/>
                <a:latin typeface="Bookman Old Style" panose="02050604050505020204" pitchFamily="18" charset="0"/>
              </a:rPr>
              <a:t>deepfakes</a:t>
            </a:r>
            <a:r>
              <a:rPr kumimoji="0" lang="fr-FR" altLang="fr-FR" sz="1600" b="0" i="0" u="none" strike="noStrike" cap="none" normalizeH="0" baseline="0" dirty="0">
                <a:ln>
                  <a:noFill/>
                </a:ln>
                <a:solidFill>
                  <a:srgbClr val="0A0A0A"/>
                </a:solidFill>
                <a:effectLst/>
                <a:latin typeface="Bookman Old Style" panose="02050604050505020204" pitchFamily="18" charset="0"/>
              </a:rPr>
              <a:t> pour mieux comprendre le danger.</a:t>
            </a:r>
          </a:p>
          <a:p>
            <a:pPr marL="742950" marR="0" lvl="1" indent="-285750" algn="just" defTabSz="914400" rtl="0" eaLnBrk="0" fontAlgn="base" latinLnBrk="0" hangingPunct="0">
              <a:lnSpc>
                <a:spcPct val="150000"/>
              </a:lnSpc>
              <a:spcBef>
                <a:spcPct val="0"/>
              </a:spcBef>
              <a:spcAft>
                <a:spcPct val="0"/>
              </a:spcAft>
              <a:buClrTx/>
              <a:buSzTx/>
              <a:buFontTx/>
              <a:buChar char="-"/>
              <a:tabLst/>
              <a:defRPr/>
            </a:pPr>
            <a:r>
              <a:rPr kumimoji="0" lang="fr-FR" altLang="fr-FR" sz="1600" b="0" i="0" u="none" strike="noStrike" cap="none" normalizeH="0" baseline="0" dirty="0">
                <a:ln>
                  <a:noFill/>
                </a:ln>
                <a:solidFill>
                  <a:srgbClr val="0A0A0A"/>
                </a:solidFill>
                <a:effectLst/>
                <a:latin typeface="Bookman Old Style" panose="02050604050505020204" pitchFamily="18" charset="0"/>
              </a:rPr>
              <a:t>La meilleure protection de l'image est la </a:t>
            </a:r>
            <a:r>
              <a:rPr kumimoji="0" lang="fr-FR" altLang="fr-FR" sz="1600" b="1" i="0" u="none" strike="noStrike" cap="none" normalizeH="0" baseline="0" dirty="0">
                <a:ln>
                  <a:noFill/>
                </a:ln>
                <a:solidFill>
                  <a:srgbClr val="0A0A0A"/>
                </a:solidFill>
                <a:effectLst/>
                <a:latin typeface="Bookman Old Style" panose="02050604050505020204" pitchFamily="18" charset="0"/>
              </a:rPr>
              <a:t>crédibilité</a:t>
            </a:r>
            <a:r>
              <a:rPr kumimoji="0" lang="fr-FR" altLang="fr-FR" sz="1600" b="0" i="0" u="none" strike="noStrike" cap="none" normalizeH="0" baseline="0" dirty="0">
                <a:ln>
                  <a:noFill/>
                </a:ln>
                <a:solidFill>
                  <a:srgbClr val="0A0A0A"/>
                </a:solidFill>
                <a:effectLst/>
                <a:latin typeface="Bookman Old Style" panose="02050604050505020204" pitchFamily="18" charset="0"/>
              </a:rPr>
              <a:t>. En pratiquant une communication transparente et rapide, le </a:t>
            </a:r>
            <a:r>
              <a:rPr kumimoji="0" lang="fr-FR" altLang="fr-FR" sz="1600" b="1" i="0" u="none" strike="noStrike" cap="none" normalizeH="0" baseline="0" dirty="0">
                <a:ln>
                  <a:noFill/>
                </a:ln>
                <a:solidFill>
                  <a:srgbClr val="0A0A0A"/>
                </a:solidFill>
                <a:effectLst/>
                <a:latin typeface="Bookman Old Style" panose="02050604050505020204" pitchFamily="18" charset="0"/>
              </a:rPr>
              <a:t>MINDEF</a:t>
            </a:r>
            <a:r>
              <a:rPr kumimoji="0" lang="fr-FR" altLang="fr-FR" sz="1600" b="0" i="0" u="none" strike="noStrike" cap="none" normalizeH="0" baseline="0" dirty="0">
                <a:ln>
                  <a:noFill/>
                </a:ln>
                <a:solidFill>
                  <a:srgbClr val="0A0A0A"/>
                </a:solidFill>
                <a:effectLst/>
                <a:latin typeface="Bookman Old Style" panose="02050604050505020204" pitchFamily="18" charset="0"/>
              </a:rPr>
              <a:t> réduit l'espace de doute que les manipulateurs cherchent à exploiter.</a:t>
            </a:r>
          </a:p>
          <a:p>
            <a:pPr marL="742950" marR="0" lvl="1" indent="-285750" algn="just" defTabSz="914400" rtl="0" eaLnBrk="0" fontAlgn="base" latinLnBrk="0" hangingPunct="0">
              <a:lnSpc>
                <a:spcPct val="150000"/>
              </a:lnSpc>
              <a:spcBef>
                <a:spcPct val="0"/>
              </a:spcBef>
              <a:spcAft>
                <a:spcPct val="0"/>
              </a:spcAft>
              <a:buClrTx/>
              <a:buSzTx/>
              <a:buFontTx/>
              <a:buChar char="-"/>
              <a:tabLst/>
              <a:defRPr/>
            </a:pPr>
            <a:r>
              <a:rPr kumimoji="0" lang="fr-FR" altLang="fr-FR" sz="1600" b="0" i="0" u="none" strike="noStrike" cap="none" normalizeH="0" baseline="0" dirty="0">
                <a:ln>
                  <a:noFill/>
                </a:ln>
                <a:solidFill>
                  <a:srgbClr val="0A0A0A"/>
                </a:solidFill>
                <a:effectLst/>
                <a:latin typeface="Bookman Old Style" panose="02050604050505020204" pitchFamily="18" charset="0"/>
              </a:rPr>
              <a:t>Mettre en place des cellules de veille pour soutenir les militaires victimes d'usurpation d'identité ou de cyberharcèlement, afin de minimiser l'impact psychologique de la guerre cognitive.</a:t>
            </a:r>
          </a:p>
          <a:p>
            <a:pPr marL="742950" marR="0" lvl="1" indent="-285750" algn="just" defTabSz="914400" rtl="0" eaLnBrk="0" fontAlgn="base" latinLnBrk="0" hangingPunct="0">
              <a:lnSpc>
                <a:spcPct val="150000"/>
              </a:lnSpc>
              <a:spcBef>
                <a:spcPct val="0"/>
              </a:spcBef>
              <a:spcAft>
                <a:spcPct val="0"/>
              </a:spcAft>
              <a:buClrTx/>
              <a:buSzTx/>
              <a:buFontTx/>
              <a:buChar char="-"/>
              <a:tabLst/>
              <a:defRPr/>
            </a:pPr>
            <a:endParaRPr kumimoji="0" lang="fr-FR" altLang="fr-FR" sz="1600" b="0" i="0" u="none" strike="noStrike" cap="none" normalizeH="0" baseline="0" dirty="0">
              <a:ln>
                <a:noFill/>
              </a:ln>
              <a:solidFill>
                <a:srgbClr val="0A0A0A"/>
              </a:solidFill>
              <a:effectLst/>
              <a:latin typeface="Bookman Old Style" panose="020506040505050202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fr-FR" altLang="fr-FR" sz="1200" dirty="0">
              <a:solidFill>
                <a:srgbClr val="0A0A0A"/>
              </a:solidFill>
              <a:latin typeface="Bookman Old Style" panose="020506040505050202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fr-FR" altLang="fr-FR" sz="1200" dirty="0">
              <a:solidFill>
                <a:srgbClr val="0A0A0A"/>
              </a:solidFill>
              <a:latin typeface="Bookman Old Style" panose="020506040505050202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fr-FR" altLang="fr-FR" sz="1200" dirty="0">
              <a:solidFill>
                <a:srgbClr val="0A0A0A"/>
              </a:solidFill>
              <a:latin typeface="Bookman Old Style" panose="02050604050505020204" pitchFamily="18" charset="0"/>
            </a:endParaRPr>
          </a:p>
          <a:p>
            <a:endParaRPr lang="fr-FR" dirty="0"/>
          </a:p>
        </p:txBody>
      </p:sp>
      <p:sp>
        <p:nvSpPr>
          <p:cNvPr id="4" name="Espace réservé du numéro de diapositive 3"/>
          <p:cNvSpPr>
            <a:spLocks noGrp="1"/>
          </p:cNvSpPr>
          <p:nvPr>
            <p:ph type="sldNum" sz="quarter" idx="5"/>
          </p:nvPr>
        </p:nvSpPr>
        <p:spPr/>
        <p:txBody>
          <a:bodyPr/>
          <a:lstStyle/>
          <a:p>
            <a:fld id="{871BE2FB-119D-4061-B317-684AF5B45172}" type="slidenum">
              <a:rPr lang="fr-FR" smtClean="0"/>
              <a:t>8</a:t>
            </a:fld>
            <a:endParaRPr lang="fr-FR"/>
          </a:p>
        </p:txBody>
      </p:sp>
    </p:spTree>
    <p:extLst>
      <p:ext uri="{BB962C8B-B14F-4D97-AF65-F5344CB8AC3E}">
        <p14:creationId xmlns:p14="http://schemas.microsoft.com/office/powerpoint/2010/main" val="24440821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altLang="fr-FR" sz="1200" b="0" i="0" u="none" strike="noStrike" cap="none" normalizeH="0" baseline="0" dirty="0">
                <a:ln>
                  <a:noFill/>
                </a:ln>
                <a:solidFill>
                  <a:srgbClr val="0A0A0A"/>
                </a:solidFill>
                <a:effectLst/>
                <a:latin typeface="Bookman Old Style" panose="02050604050505020204" pitchFamily="18" charset="0"/>
              </a:rPr>
              <a:t>3- L'avenir réside dans une collaboration où l'IA assiste l'humain sans le remplacer. L'outil technique (filigrane, détection) doit être doublé d'un </a:t>
            </a:r>
            <a:r>
              <a:rPr kumimoji="0" lang="fr-FR" altLang="fr-FR" sz="1200" b="1" i="0" u="none" strike="noStrike" cap="none" normalizeH="0" baseline="0" dirty="0">
                <a:ln>
                  <a:noFill/>
                </a:ln>
                <a:solidFill>
                  <a:srgbClr val="0A0A0A"/>
                </a:solidFill>
                <a:effectLst/>
                <a:latin typeface="Bookman Old Style" panose="02050604050505020204" pitchFamily="18" charset="0"/>
              </a:rPr>
              <a:t>esprit critique aiguisé</a:t>
            </a:r>
            <a:r>
              <a:rPr kumimoji="0" lang="fr-FR" altLang="fr-FR" sz="1200" b="0" i="0" u="none" strike="noStrike" cap="none" normalizeH="0" baseline="0" dirty="0">
                <a:ln>
                  <a:noFill/>
                </a:ln>
                <a:solidFill>
                  <a:srgbClr val="0A0A0A"/>
                </a:solidFill>
                <a:effectLst/>
                <a:latin typeface="Bookman Old Style" panose="02050604050505020204" pitchFamily="18" charset="0"/>
              </a:rPr>
              <a:t>. En 2026, la protection de l'image de la défense camerounaise ne se joue plus seulement sur des serveurs, mais dans la capacité de chaque citoyen et soldat à marquer un temps d'arrêt avant de cliquer. </a:t>
            </a:r>
          </a:p>
          <a:p>
            <a:pPr marL="0" lvl="0" indent="0" algn="just">
              <a:lnSpc>
                <a:spcPct val="150000"/>
              </a:lnSpc>
              <a:buNone/>
            </a:pPr>
            <a:r>
              <a:rPr kumimoji="0" lang="fr-FR" altLang="fr-FR" sz="1200" b="0" i="0" u="none" strike="noStrike" cap="none" normalizeH="0" baseline="0" dirty="0">
                <a:ln>
                  <a:noFill/>
                </a:ln>
                <a:solidFill>
                  <a:srgbClr val="0A0A0A"/>
                </a:solidFill>
                <a:effectLst/>
                <a:latin typeface="Bookman Old Style" panose="02050604050505020204" pitchFamily="18" charset="0"/>
              </a:rPr>
              <a:t>B- </a:t>
            </a:r>
            <a:r>
              <a:rPr lang="fr-FR" altLang="fr-FR" sz="1200" dirty="0">
                <a:solidFill>
                  <a:srgbClr val="0A0A0A"/>
                </a:solidFill>
                <a:latin typeface="Bookman Old Style" panose="02050604050505020204" pitchFamily="18" charset="0"/>
              </a:rPr>
              <a:t>Le défi technologique de l'obsolescence est le revers de la médaille de l'innovation rapide en 2026. Pour les institutions comme le </a:t>
            </a:r>
            <a:r>
              <a:rPr lang="fr-FR" altLang="fr-FR" sz="1200" b="1" dirty="0">
                <a:solidFill>
                  <a:srgbClr val="0A0A0A"/>
                </a:solidFill>
                <a:latin typeface="Bookman Old Style" panose="02050604050505020204" pitchFamily="18" charset="0"/>
              </a:rPr>
              <a:t>MINDEF</a:t>
            </a:r>
            <a:r>
              <a:rPr lang="fr-FR" altLang="fr-FR" sz="1200" dirty="0">
                <a:solidFill>
                  <a:srgbClr val="0A0A0A"/>
                </a:solidFill>
                <a:latin typeface="Bookman Old Style" panose="02050604050505020204" pitchFamily="18" charset="0"/>
              </a:rPr>
              <a:t> ou l'</a:t>
            </a:r>
            <a:r>
              <a:rPr lang="fr-FR" altLang="fr-FR" sz="1200" b="1" dirty="0">
                <a:solidFill>
                  <a:srgbClr val="0A0A0A"/>
                </a:solidFill>
                <a:latin typeface="Bookman Old Style" panose="02050604050505020204" pitchFamily="18" charset="0"/>
              </a:rPr>
              <a:t>ANTIC</a:t>
            </a:r>
            <a:r>
              <a:rPr lang="fr-FR" altLang="fr-FR" sz="1200" dirty="0">
                <a:solidFill>
                  <a:srgbClr val="0A0A0A"/>
                </a:solidFill>
                <a:latin typeface="Bookman Old Style" panose="02050604050505020204" pitchFamily="18" charset="0"/>
              </a:rPr>
              <a:t>, la question n'est plus seulement de posséder la meilleure technologie, mais de s'assurer qu'elle ne soit pas dépassée avant même d'être pleinement déployée.</a:t>
            </a:r>
            <a:endParaRPr lang="fr-FR" altLang="fr-FR" sz="1200" dirty="0">
              <a:latin typeface="Bookman Old Style" panose="02050604050505020204" pitchFamily="18" charset="0"/>
            </a:endParaRPr>
          </a:p>
          <a:p>
            <a:pPr marL="0" lvl="0" indent="0" algn="just">
              <a:lnSpc>
                <a:spcPct val="150000"/>
              </a:lnSpc>
              <a:buNone/>
            </a:pPr>
            <a:r>
              <a:rPr lang="fr-FR" altLang="fr-FR" sz="1200" dirty="0">
                <a:solidFill>
                  <a:srgbClr val="0A0A0A"/>
                </a:solidFill>
                <a:latin typeface="Bookman Old Style" panose="02050604050505020204" pitchFamily="18" charset="0"/>
              </a:rPr>
              <a:t>Voici les enjeux et les stratégies pour faire face à l'obsolescence dans la protection de l'image de défense :</a:t>
            </a:r>
          </a:p>
          <a:p>
            <a:pPr marL="0" marR="0" lvl="0" indent="0" algn="just" defTabSz="914400" rtl="0" eaLnBrk="1" fontAlgn="auto" latinLnBrk="0" hangingPunct="1">
              <a:lnSpc>
                <a:spcPct val="150000"/>
              </a:lnSpc>
              <a:spcBef>
                <a:spcPts val="0"/>
              </a:spcBef>
              <a:spcAft>
                <a:spcPts val="0"/>
              </a:spcAft>
              <a:buClrTx/>
              <a:buSzTx/>
              <a:buFontTx/>
              <a:buNone/>
              <a:tabLst/>
              <a:defRPr/>
            </a:pPr>
            <a:r>
              <a:rPr lang="fr-FR" altLang="fr-FR" sz="1200" dirty="0">
                <a:solidFill>
                  <a:srgbClr val="0A0A0A"/>
                </a:solidFill>
                <a:latin typeface="Bookman Old Style" panose="02050604050505020204" pitchFamily="18" charset="0"/>
              </a:rPr>
              <a:t>PB: Un algorithme capable de détecter un </a:t>
            </a:r>
            <a:r>
              <a:rPr lang="fr-FR" altLang="fr-FR" sz="1200" b="1" dirty="0" err="1">
                <a:solidFill>
                  <a:srgbClr val="0A0A0A"/>
                </a:solidFill>
                <a:latin typeface="Bookman Old Style" panose="02050604050505020204" pitchFamily="18" charset="0"/>
              </a:rPr>
              <a:t>deepfake</a:t>
            </a:r>
            <a:r>
              <a:rPr lang="fr-FR" altLang="fr-FR" sz="1200" dirty="0">
                <a:solidFill>
                  <a:srgbClr val="0A0A0A"/>
                </a:solidFill>
                <a:latin typeface="Bookman Old Style" panose="02050604050505020204" pitchFamily="18" charset="0"/>
              </a:rPr>
              <a:t> aujourd'hui peut devenir obsolète en quelques semaines si une nouvelle architecture d'IA générative (comme les futurs modèles après GPT-5 ou Sora) apprend à contourner ses critères de détection.</a:t>
            </a:r>
          </a:p>
          <a:p>
            <a:pPr marL="0" marR="0" lvl="0" indent="0" algn="l" defTabSz="914400" rtl="0" eaLnBrk="1" fontAlgn="auto" latinLnBrk="0" hangingPunct="1">
              <a:lnSpc>
                <a:spcPct val="100000"/>
              </a:lnSpc>
              <a:spcBef>
                <a:spcPts val="0"/>
              </a:spcBef>
              <a:spcAft>
                <a:spcPts val="0"/>
              </a:spcAft>
              <a:buClrTx/>
              <a:buSzTx/>
              <a:buFontTx/>
              <a:buNone/>
              <a:tabLst/>
              <a:defRPr/>
            </a:pPr>
            <a:r>
              <a:rPr lang="fr-FR" altLang="fr-FR" sz="1200" dirty="0">
                <a:solidFill>
                  <a:srgbClr val="0A0A0A"/>
                </a:solidFill>
                <a:latin typeface="Bookman Old Style" panose="02050604050505020204" pitchFamily="18" charset="0"/>
              </a:rPr>
              <a:t>Solution: </a:t>
            </a:r>
            <a:r>
              <a:rPr kumimoji="0" lang="fr-FR" altLang="fr-FR" sz="1200" b="1" i="0" u="none" strike="noStrike" cap="none" normalizeH="0" baseline="0" dirty="0">
                <a:ln>
                  <a:noFill/>
                </a:ln>
                <a:solidFill>
                  <a:srgbClr val="0A0A0A"/>
                </a:solidFill>
                <a:effectLst/>
                <a:latin typeface="Bookman Old Style" panose="02050604050505020204" pitchFamily="18" charset="0"/>
              </a:rPr>
              <a:t>La solution :</a:t>
            </a:r>
            <a:r>
              <a:rPr kumimoji="0" lang="fr-FR" altLang="fr-FR" sz="1200" b="0" i="0" u="none" strike="noStrike" cap="none" normalizeH="0" baseline="0" dirty="0">
                <a:ln>
                  <a:noFill/>
                </a:ln>
                <a:solidFill>
                  <a:srgbClr val="0A0A0A"/>
                </a:solidFill>
                <a:effectLst/>
                <a:latin typeface="Bookman Old Style" panose="02050604050505020204" pitchFamily="18" charset="0"/>
              </a:rPr>
              <a:t> Passer d'une détection basée sur les "erreurs" de l'IA à une </a:t>
            </a:r>
            <a:r>
              <a:rPr kumimoji="0" lang="fr-FR" altLang="fr-FR" sz="1200" b="1" i="0" u="none" strike="noStrike" cap="none" normalizeH="0" baseline="0" dirty="0">
                <a:ln>
                  <a:noFill/>
                </a:ln>
                <a:solidFill>
                  <a:srgbClr val="0A0A0A"/>
                </a:solidFill>
                <a:effectLst/>
                <a:latin typeface="Bookman Old Style" panose="02050604050505020204" pitchFamily="18" charset="0"/>
              </a:rPr>
              <a:t>authentification à la source</a:t>
            </a:r>
            <a:r>
              <a:rPr kumimoji="0" lang="fr-FR" altLang="fr-FR" sz="1200" b="0" i="0" u="none" strike="noStrike" cap="none" normalizeH="0" baseline="0" dirty="0">
                <a:ln>
                  <a:noFill/>
                </a:ln>
                <a:solidFill>
                  <a:srgbClr val="0A0A0A"/>
                </a:solidFill>
                <a:effectLst/>
                <a:latin typeface="Bookman Old Style" panose="02050604050505020204" pitchFamily="18" charset="0"/>
              </a:rPr>
              <a:t> (norme C2PA). Au lieu de chercher ce qui est faux, on ne fait confiance qu'à ce qui est certifié "vrai" dès la capture.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altLang="fr-FR" sz="1200" b="0" i="0" u="none" strike="noStrike" cap="none" normalizeH="0" baseline="0" dirty="0">
                <a:ln>
                  <a:noFill/>
                </a:ln>
                <a:solidFill>
                  <a:srgbClr val="0A0A0A"/>
                </a:solidFill>
                <a:effectLst/>
                <a:latin typeface="Bookman Old Style" panose="02050604050505020204" pitchFamily="18" charset="0"/>
              </a:rPr>
              <a:t>API :Les plateformes de surveillance d'image du MINDEF sont désormais conçues comme des puzzles. On peut remplacer le "module de détection des visages" par un plus performant sans changer tout le système de veille.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altLang="fr-FR" sz="1200" b="0" i="0" u="none" strike="noStrike" cap="none" normalizeH="0" baseline="0" dirty="0">
              <a:ln>
                <a:noFill/>
              </a:ln>
              <a:solidFill>
                <a:srgbClr val="0A0A0A"/>
              </a:solidFill>
              <a:effectLst/>
              <a:latin typeface="Bookman Old Style" panose="020506040505050202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altLang="fr-FR" sz="1200" b="0" i="0" u="none" strike="noStrike" cap="none" normalizeH="0" baseline="0" dirty="0">
                <a:ln>
                  <a:noFill/>
                </a:ln>
                <a:solidFill>
                  <a:srgbClr val="0A0A0A"/>
                </a:solidFill>
                <a:effectLst/>
                <a:latin typeface="Bookman Old Style" panose="02050604050505020204" pitchFamily="18" charset="0"/>
              </a:rPr>
              <a:t>En résumé,  </a:t>
            </a:r>
            <a:r>
              <a:rPr lang="fr-FR" altLang="fr-FR" sz="1200" b="1" dirty="0">
                <a:solidFill>
                  <a:srgbClr val="0A0A0A"/>
                </a:solidFill>
                <a:latin typeface="Bookman Old Style" panose="02050604050505020204" pitchFamily="18" charset="0"/>
              </a:rPr>
              <a:t>l’Etat camerounais :</a:t>
            </a:r>
            <a:r>
              <a:rPr lang="fr-FR" altLang="fr-FR" sz="1200" dirty="0">
                <a:solidFill>
                  <a:srgbClr val="0A0A0A"/>
                </a:solidFill>
                <a:latin typeface="Bookman Old Style" panose="02050604050505020204" pitchFamily="18" charset="0"/>
              </a:rPr>
              <a:t> En 2026, mettra l'accent  sur le développement de solutions locales et l'hébergement des données sensibles sur des serveurs nationaux gérés par l'ANTIC. Cela garantit que les outils de protection de l'image restent opérationnels indépendamment des mises à jour forcées des géants du Web (Big Tech).</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altLang="fr-FR" sz="1200" b="0" i="0" u="none" strike="noStrike" cap="none" normalizeH="0" baseline="0" dirty="0">
              <a:ln>
                <a:noFill/>
              </a:ln>
              <a:solidFill>
                <a:srgbClr val="0A0A0A"/>
              </a:solidFill>
              <a:effectLst/>
              <a:latin typeface="Bookman Old Style" panose="020506040505050202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altLang="fr-FR" sz="1200" b="0" i="0" u="none" strike="noStrike" cap="none" normalizeH="0" baseline="0" dirty="0">
              <a:ln>
                <a:noFill/>
              </a:ln>
              <a:solidFill>
                <a:srgbClr val="0A0A0A"/>
              </a:solidFill>
              <a:effectLst/>
              <a:latin typeface="Bookman Old Style" panose="020506040505050202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tabLst/>
            </a:pPr>
            <a:endParaRPr kumimoji="0" lang="fr-FR" altLang="fr-FR" sz="1200" b="0" i="0" u="none" strike="noStrike" cap="none" normalizeH="0" baseline="0" dirty="0">
              <a:ln>
                <a:noFill/>
              </a:ln>
              <a:solidFill>
                <a:srgbClr val="0A0A0A"/>
              </a:solidFill>
              <a:effectLst/>
              <a:latin typeface="Bookman Old Style" panose="020506040505050202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fr-FR" altLang="fr-FR" sz="1200" b="1" i="0" u="none" strike="noStrike" cap="none" normalizeH="0" baseline="0" dirty="0">
                <a:ln>
                  <a:noFill/>
                </a:ln>
                <a:solidFill>
                  <a:srgbClr val="0A0A0A"/>
                </a:solidFill>
                <a:effectLst/>
                <a:latin typeface="Bookman Old Style" panose="02050604050505020204" pitchFamily="18" charset="0"/>
              </a:rPr>
              <a:t>2. L'Obsolescence des Infrastructures et le Cloud Souverain</a:t>
            </a:r>
            <a:endParaRPr kumimoji="0" lang="fr-FR" altLang="fr-FR" sz="1200" b="0" i="0" u="none" strike="noStrike" cap="none" normalizeH="0" baseline="0" dirty="0">
              <a:ln>
                <a:noFill/>
              </a:ln>
              <a:solidFill>
                <a:schemeClr val="tx1"/>
              </a:solidFill>
              <a:effectLst/>
              <a:latin typeface="Bookman Old Style" panose="020506040505050202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fr-FR" altLang="fr-FR" sz="1200" b="1" i="0" u="none" strike="noStrike" cap="none" normalizeH="0" baseline="0" dirty="0">
                <a:ln>
                  <a:noFill/>
                </a:ln>
                <a:solidFill>
                  <a:srgbClr val="0A0A0A"/>
                </a:solidFill>
                <a:effectLst/>
                <a:latin typeface="Bookman Old Style" panose="02050604050505020204" pitchFamily="18" charset="0"/>
              </a:rPr>
              <a:t>La dépendance technologique :</a:t>
            </a:r>
            <a:r>
              <a:rPr kumimoji="0" lang="fr-FR" altLang="fr-FR" sz="1200" b="0" i="0" u="none" strike="noStrike" cap="none" normalizeH="0" baseline="0" dirty="0">
                <a:ln>
                  <a:noFill/>
                </a:ln>
                <a:solidFill>
                  <a:srgbClr val="0A0A0A"/>
                </a:solidFill>
                <a:effectLst/>
                <a:latin typeface="Bookman Old Style" panose="02050604050505020204" pitchFamily="18" charset="0"/>
              </a:rPr>
              <a:t> Utiliser des outils de protection étrangers expose au risque d'arrêt de service ou de perte de compatibilité.</a:t>
            </a:r>
          </a:p>
          <a:p>
            <a:pPr marL="0" marR="0" lvl="0" indent="0" algn="just" defTabSz="914400" rtl="0" eaLnBrk="0" fontAlgn="base" latinLnBrk="0" hangingPunct="0">
              <a:lnSpc>
                <a:spcPct val="150000"/>
              </a:lnSpc>
              <a:spcBef>
                <a:spcPct val="0"/>
              </a:spcBef>
              <a:spcAft>
                <a:spcPct val="0"/>
              </a:spcAft>
              <a:buClrTx/>
              <a:buSzTx/>
              <a:buFontTx/>
              <a:buChar char="•"/>
              <a:tabLst/>
            </a:pPr>
            <a:endParaRPr lang="fr-FR" altLang="fr-FR" dirty="0">
              <a:solidFill>
                <a:srgbClr val="0A0A0A"/>
              </a:solidFill>
              <a:latin typeface="Bookman Old Style" panose="02050604050505020204" pitchFamily="18"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endParaRPr lang="fr-FR" altLang="fr-FR" sz="1200" dirty="0">
              <a:solidFill>
                <a:srgbClr val="0A0A0A"/>
              </a:solidFill>
              <a:latin typeface="Bookman Old Style" panose="02050604050505020204" pitchFamily="18" charset="0"/>
            </a:endParaRPr>
          </a:p>
          <a:p>
            <a:pPr marL="0" lvl="0" indent="0" algn="just">
              <a:lnSpc>
                <a:spcPct val="150000"/>
              </a:lnSpc>
              <a:buNone/>
            </a:pPr>
            <a:endParaRPr lang="fr-FR" altLang="fr-FR" sz="1200" dirty="0">
              <a:solidFill>
                <a:srgbClr val="0A0A0A"/>
              </a:solidFill>
              <a:latin typeface="Bookman Old Style" panose="020506040505050202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altLang="fr-FR" sz="1200" b="0" i="0" u="none" strike="noStrike" cap="none" normalizeH="0" baseline="0" dirty="0">
              <a:ln>
                <a:noFill/>
              </a:ln>
              <a:solidFill>
                <a:schemeClr val="tx1"/>
              </a:solidFill>
              <a:effectLst/>
              <a:latin typeface="Bookman Old Style" panose="02050604050505020204" pitchFamily="18" charset="0"/>
            </a:endParaRPr>
          </a:p>
          <a:p>
            <a:endParaRPr lang="fr-FR" dirty="0"/>
          </a:p>
        </p:txBody>
      </p:sp>
      <p:sp>
        <p:nvSpPr>
          <p:cNvPr id="4" name="Espace réservé du numéro de diapositive 3"/>
          <p:cNvSpPr>
            <a:spLocks noGrp="1"/>
          </p:cNvSpPr>
          <p:nvPr>
            <p:ph type="sldNum" sz="quarter" idx="5"/>
          </p:nvPr>
        </p:nvSpPr>
        <p:spPr/>
        <p:txBody>
          <a:bodyPr/>
          <a:lstStyle/>
          <a:p>
            <a:fld id="{871BE2FB-119D-4061-B317-684AF5B45172}" type="slidenum">
              <a:rPr lang="fr-FR" smtClean="0"/>
              <a:t>9</a:t>
            </a:fld>
            <a:endParaRPr lang="fr-FR"/>
          </a:p>
        </p:txBody>
      </p:sp>
    </p:spTree>
    <p:extLst>
      <p:ext uri="{BB962C8B-B14F-4D97-AF65-F5344CB8AC3E}">
        <p14:creationId xmlns:p14="http://schemas.microsoft.com/office/powerpoint/2010/main" val="32079080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a:t>Formation continue: </a:t>
            </a:r>
            <a:r>
              <a:rPr lang="fr-FR" altLang="fr-FR" sz="1400">
                <a:solidFill>
                  <a:srgbClr val="0A0A0A"/>
                </a:solidFill>
                <a:latin typeface="Bookman Old Style" panose="02050604050505020204" pitchFamily="18" charset="0"/>
              </a:rPr>
              <a:t>En 2026, la protection de l'image nécessite une veille </a:t>
            </a:r>
            <a:r>
              <a:rPr lang="fr-FR" sz="1200">
                <a:latin typeface="Bookman Old Style" panose="02050604050505020204" pitchFamily="18" charset="0"/>
              </a:rPr>
              <a:t>permanente. Un expert en cybersécurité qui ne se forme pas aux nouveaux modèles de diffusion (IA visuelle) devient obsolète en moins d'un an.</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a:latin typeface="Bookman Old Style" panose="02050604050505020204" pitchFamily="18" charset="0"/>
              </a:rPr>
              <a:t>Synergie public-privé: Le MINDEF collabore avec des start-ups agiles pour intégrer des outils "sur étagère" (COTS - Commercial Off-The-Shelf), plus faciles à mettre à jour que les lourds programmes de défense traditionnels</a:t>
            </a:r>
            <a:r>
              <a:rPr lang="fr-FR"/>
              <a:t>.</a:t>
            </a:r>
            <a:r>
              <a:rPr lang="fr-FR" b="1"/>
              <a:t> </a:t>
            </a:r>
          </a:p>
          <a:p>
            <a:pPr algn="just">
              <a:lnSpc>
                <a:spcPct val="150000"/>
              </a:lnSpc>
            </a:pPr>
            <a:r>
              <a:rPr lang="fr-FR" sz="1200">
                <a:latin typeface="Bookman Old Style" panose="02050604050505020204" pitchFamily="18" charset="0"/>
              </a:rPr>
              <a:t>En résumé </a:t>
            </a:r>
            <a:r>
              <a:rPr lang="fr-FR" sz="1200" b="1">
                <a:latin typeface="Bookman Old Style" panose="02050604050505020204" pitchFamily="18" charset="0"/>
              </a:rPr>
              <a:t>:</a:t>
            </a:r>
            <a:r>
              <a:rPr lang="fr-FR" sz="1200">
                <a:latin typeface="Bookman Old Style" panose="02050604050505020204" pitchFamily="18" charset="0"/>
              </a:rPr>
              <a:t> Faire face à l'obsolescence en 2026 demande de ne plus acheter des "produits finis", mais d'investir dans des </a:t>
            </a:r>
            <a:r>
              <a:rPr lang="fr-FR" sz="1200" b="1">
                <a:latin typeface="Bookman Old Style" panose="02050604050505020204" pitchFamily="18" charset="0"/>
              </a:rPr>
              <a:t>écosystèmes évolutifs</a:t>
            </a:r>
            <a:r>
              <a:rPr lang="fr-FR" sz="1200">
                <a:latin typeface="Bookman Old Style" panose="02050604050505020204" pitchFamily="18" charset="0"/>
              </a:rPr>
              <a:t> et une </a:t>
            </a:r>
            <a:r>
              <a:rPr lang="fr-FR" sz="1200" b="1">
                <a:latin typeface="Bookman Old Style" panose="02050604050505020204" pitchFamily="18" charset="0"/>
              </a:rPr>
              <a:t>veille technologique agressive</a:t>
            </a:r>
            <a:r>
              <a:rPr lang="fr-FR" sz="1200">
                <a:latin typeface="Bookman Old Style" panose="02050604050505020204" pitchFamily="18" charset="0"/>
              </a:rPr>
              <a:t> menée conjointement par le MINDEF et l'ANTIC.</a:t>
            </a:r>
          </a:p>
          <a:p>
            <a:pPr algn="just">
              <a:lnSpc>
                <a:spcPct val="150000"/>
              </a:lnSpc>
            </a:pPr>
            <a:r>
              <a:rPr lang="fr-FR" b="1"/>
              <a:t>L'obsolescence des compétences, </a:t>
            </a:r>
            <a:r>
              <a:rPr lang="fr-FR"/>
              <a:t>c'est lorsque les savoirs et aptitudes d'un professionnel deviennent insuffisants, dépassés ou moins pertinents face aux évolutions rapides du marché du travail, de la technologie et des méthodes, nécessitant une mise à jour constante pour maintenir sa performance et son employabilité</a:t>
            </a:r>
            <a:r>
              <a:rPr lang="fr-FR" sz="1200" b="0" i="0" kern="1200">
                <a:solidFill>
                  <a:schemeClr val="tx1"/>
                </a:solidFill>
                <a:effectLst/>
                <a:latin typeface="+mn-lt"/>
                <a:ea typeface="+mn-ea"/>
                <a:cs typeface="+mn-cs"/>
              </a:rPr>
              <a:t>.</a:t>
            </a:r>
          </a:p>
          <a:p>
            <a:pPr algn="just">
              <a:lnSpc>
                <a:spcPct val="150000"/>
              </a:lnSpc>
            </a:pPr>
            <a:r>
              <a:rPr lang="fr-FR" b="1" u="sng"/>
              <a:t>Le </a:t>
            </a:r>
            <a:r>
              <a:rPr lang="fr-FR" sz="1200" b="1" i="0" u="sng" kern="1200">
                <a:solidFill>
                  <a:schemeClr val="tx1"/>
                </a:solidFill>
                <a:effectLst/>
                <a:latin typeface="+mn-lt"/>
                <a:ea typeface="+mn-ea"/>
                <a:cs typeface="+mn-cs"/>
              </a:rPr>
              <a:t>reskilling </a:t>
            </a:r>
            <a:r>
              <a:rPr lang="fr-FR" sz="1200" b="0" i="0" kern="1200">
                <a:solidFill>
                  <a:schemeClr val="tx1"/>
                </a:solidFill>
                <a:effectLst/>
                <a:latin typeface="+mn-lt"/>
                <a:ea typeface="+mn-ea"/>
                <a:cs typeface="+mn-cs"/>
              </a:rPr>
              <a:t>(requalification) est un </a:t>
            </a:r>
            <a:r>
              <a:rPr lang="fr-FR"/>
              <a:t>processus de formation permettant à un salarié d'acquérir des compétences entièrement nouvelles pour changer de métier ou de rôle professionnel</a:t>
            </a:r>
            <a:r>
              <a:rPr lang="fr-FR" sz="1200" b="0" i="0" kern="1200">
                <a:solidFill>
                  <a:schemeClr val="tx1"/>
                </a:solidFill>
                <a:effectLst/>
                <a:latin typeface="+mn-lt"/>
                <a:ea typeface="+mn-ea"/>
                <a:cs typeface="+mn-cs"/>
              </a:rPr>
              <a:t>, souvent en réponse à l'automatisation ou à des évolutions technologiques, favorisant ainsi sa reconversion interne ou externe et son maintien dans l'emploi.</a:t>
            </a:r>
          </a:p>
          <a:p>
            <a:pPr algn="just">
              <a:lnSpc>
                <a:spcPct val="150000"/>
              </a:lnSpc>
            </a:pPr>
            <a:r>
              <a:rPr lang="fr-FR" b="1" u="sng"/>
              <a:t>Un logiciel open source </a:t>
            </a:r>
            <a:r>
              <a:rPr lang="fr-FR"/>
              <a:t>est un programme informatique dont le </a:t>
            </a:r>
            <a:r>
              <a:rPr lang="fr-FR" b="1">
                <a:effectLst/>
              </a:rPr>
              <a:t>code source est accessible au public</a:t>
            </a:r>
            <a:r>
              <a:rPr lang="fr-FR"/>
              <a:t>, permettant à quiconque de le consulter, de le modifier, de l'étudier et de le redistribuer librement, selon les termes d'une licence spécifique</a:t>
            </a:r>
            <a:r>
              <a:rPr lang="fr-FR" sz="1200" b="0" i="0" kern="1200">
                <a:solidFill>
                  <a:schemeClr val="tx1"/>
                </a:solidFill>
                <a:effectLst/>
                <a:latin typeface="+mn-lt"/>
                <a:ea typeface="+mn-ea"/>
                <a:cs typeface="+mn-cs"/>
              </a:rPr>
              <a:t>.</a:t>
            </a:r>
            <a:endParaRPr lang="fr-FR" sz="1200">
              <a:latin typeface="Bookman Old Style" panose="02050604050505020204" pitchFamily="18" charset="0"/>
            </a:endParaRPr>
          </a:p>
          <a:p>
            <a:pPr marL="0" lvl="0" indent="0" algn="just" eaLnBrk="0" fontAlgn="base" hangingPunct="0">
              <a:lnSpc>
                <a:spcPct val="150000"/>
              </a:lnSpc>
              <a:spcBef>
                <a:spcPct val="0"/>
              </a:spcBef>
              <a:spcAft>
                <a:spcPct val="0"/>
              </a:spcAft>
              <a:buFontTx/>
              <a:buChar char="•"/>
            </a:pPr>
            <a:endParaRPr lang="fr-FR" altLang="fr-FR" sz="1100">
              <a:solidFill>
                <a:srgbClr val="0A0A0A"/>
              </a:solidFill>
              <a:latin typeface="Bookman Old Style" panose="020506040505050202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fr-FR" b="1"/>
          </a:p>
          <a:p>
            <a:pPr marL="0" marR="0" lvl="0" indent="0" algn="l" defTabSz="914400" rtl="0" eaLnBrk="1" fontAlgn="auto" latinLnBrk="0" hangingPunct="1">
              <a:lnSpc>
                <a:spcPct val="100000"/>
              </a:lnSpc>
              <a:spcBef>
                <a:spcPts val="0"/>
              </a:spcBef>
              <a:spcAft>
                <a:spcPts val="0"/>
              </a:spcAft>
              <a:buClrTx/>
              <a:buSzTx/>
              <a:buFontTx/>
              <a:buNone/>
              <a:tabLst/>
              <a:defRPr/>
            </a:pPr>
            <a:endParaRPr lang="fr-FR" b="1"/>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a:latin typeface="Bookman Old Style" panose="02050604050505020204" pitchFamily="18" charset="0"/>
            </a:endParaRPr>
          </a:p>
          <a:p>
            <a:endParaRPr lang="fr-FR" dirty="0"/>
          </a:p>
        </p:txBody>
      </p:sp>
      <p:sp>
        <p:nvSpPr>
          <p:cNvPr id="4" name="Espace réservé du numéro de diapositive 3"/>
          <p:cNvSpPr>
            <a:spLocks noGrp="1"/>
          </p:cNvSpPr>
          <p:nvPr>
            <p:ph type="sldNum" sz="quarter" idx="5"/>
          </p:nvPr>
        </p:nvSpPr>
        <p:spPr/>
        <p:txBody>
          <a:bodyPr/>
          <a:lstStyle/>
          <a:p>
            <a:fld id="{871BE2FB-119D-4061-B317-684AF5B45172}" type="slidenum">
              <a:rPr lang="fr-FR" smtClean="0"/>
              <a:t>10</a:t>
            </a:fld>
            <a:endParaRPr lang="fr-FR"/>
          </a:p>
        </p:txBody>
      </p:sp>
    </p:spTree>
    <p:extLst>
      <p:ext uri="{BB962C8B-B14F-4D97-AF65-F5344CB8AC3E}">
        <p14:creationId xmlns:p14="http://schemas.microsoft.com/office/powerpoint/2010/main" val="8558443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C- </a:t>
            </a:r>
            <a:r>
              <a:rPr lang="fr-FR" altLang="fr-FR" sz="1600" dirty="0">
                <a:solidFill>
                  <a:srgbClr val="0A0A0A"/>
                </a:solidFill>
                <a:latin typeface="Bookman Old Style" panose="02050604050505020204" pitchFamily="18" charset="0"/>
              </a:rPr>
              <a:t>en</a:t>
            </a:r>
            <a:r>
              <a:rPr lang="fr-FR" sz="1200" dirty="0">
                <a:latin typeface="Bookman Old Style" panose="02050604050505020204" pitchFamily="18" charset="0"/>
              </a:rPr>
              <a:t> 2026, la souveraineté numérique du Cameroun en matière de protection d'image des forces de défense repose sur la capacité de l'État à contrôler ses infrastructures, ses données et ses outils de décision sans dépendance exclusive envers des puissances étrangères</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latin typeface="Bookman Old Style" panose="02050604050505020204" pitchFamily="18" charset="0"/>
              </a:rPr>
              <a:t>1-. </a:t>
            </a:r>
            <a:r>
              <a:rPr kumimoji="0" lang="fr-FR" altLang="fr-FR" sz="1200" b="0" i="0" u="none" strike="noStrike" cap="none" normalizeH="0" baseline="0" dirty="0">
                <a:ln>
                  <a:noFill/>
                </a:ln>
                <a:solidFill>
                  <a:srgbClr val="0A0A0A"/>
                </a:solidFill>
                <a:effectLst/>
                <a:latin typeface="Bookman Old Style" panose="02050604050505020204" pitchFamily="18" charset="0"/>
              </a:rPr>
              <a:t>Le Cameroun a accéléré la migration de ses données sensibles vers des infrastructures nationales pour s'affranchir des risques liés au stockage </a:t>
            </a:r>
            <a:r>
              <a:rPr kumimoji="0" lang="fr-FR" altLang="fr-FR" sz="1200" b="0" i="0" u="none" strike="noStrike" cap="none" normalizeH="0" baseline="0" dirty="0" err="1">
                <a:ln>
                  <a:noFill/>
                </a:ln>
                <a:solidFill>
                  <a:srgbClr val="0A0A0A"/>
                </a:solidFill>
                <a:effectLst/>
                <a:latin typeface="Bookman Old Style" panose="02050604050505020204" pitchFamily="18" charset="0"/>
              </a:rPr>
              <a:t>extratotalitorial</a:t>
            </a:r>
            <a:r>
              <a:rPr kumimoji="0" lang="fr-FR" altLang="fr-FR" sz="1200" b="0" i="0" u="none" strike="noStrike" cap="none" normalizeH="0" baseline="0" dirty="0">
                <a:ln>
                  <a:noFill/>
                </a:ln>
                <a:solidFill>
                  <a:srgbClr val="0A0A0A"/>
                </a:solidFill>
                <a:effectLst/>
                <a:latin typeface="Bookman Old Style" panose="02050604050505020204" pitchFamily="18" charset="0"/>
              </a:rPr>
              <a:t> (comme le </a:t>
            </a:r>
            <a:r>
              <a:rPr kumimoji="0" lang="fr-FR" altLang="fr-FR" sz="1200" b="0" i="1" u="none" strike="noStrike" cap="none" normalizeH="0" baseline="0" dirty="0">
                <a:ln>
                  <a:noFill/>
                </a:ln>
                <a:solidFill>
                  <a:srgbClr val="0A0A0A"/>
                </a:solidFill>
                <a:effectLst/>
                <a:latin typeface="Bookman Old Style" panose="02050604050505020204" pitchFamily="18" charset="0"/>
              </a:rPr>
              <a:t>Cloud </a:t>
            </a:r>
            <a:r>
              <a:rPr kumimoji="0" lang="fr-FR" altLang="fr-FR" sz="1200" b="0" i="1" u="none" strike="noStrike" cap="none" normalizeH="0" baseline="0" dirty="0" err="1">
                <a:ln>
                  <a:noFill/>
                </a:ln>
                <a:solidFill>
                  <a:srgbClr val="0A0A0A"/>
                </a:solidFill>
                <a:effectLst/>
                <a:latin typeface="Bookman Old Style" panose="02050604050505020204" pitchFamily="18" charset="0"/>
              </a:rPr>
              <a:t>Act</a:t>
            </a:r>
            <a:r>
              <a:rPr kumimoji="0" lang="fr-FR" altLang="fr-FR" sz="1200" b="0" i="0" u="none" strike="noStrike" cap="none" normalizeH="0" baseline="0" dirty="0">
                <a:ln>
                  <a:noFill/>
                </a:ln>
                <a:solidFill>
                  <a:srgbClr val="0A0A0A"/>
                </a:solidFill>
                <a:effectLst/>
                <a:latin typeface="Bookman Old Style" panose="02050604050505020204" pitchFamily="18" charset="0"/>
              </a:rPr>
              <a:t> américain). </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fr-FR" sz="1200" dirty="0">
                <a:latin typeface="Bookman Old Style" panose="02050604050505020204" pitchFamily="18" charset="0"/>
              </a:rPr>
              <a:t>DC Le centre de données de CAMTEL est devenu le pivot de cette souveraineté, accueillant les données critiques des ministères et de l'armée pour garantir qu'elles restent sous juridiction camerounaise.</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fr-FR" sz="1200" dirty="0">
                <a:latin typeface="Bookman Old Style" panose="02050604050505020204" pitchFamily="18" charset="0"/>
              </a:rPr>
              <a:t>L'État vise une sécurisation totale de ses infrastructures Internet d'ici </a:t>
            </a:r>
            <a:r>
              <a:rPr lang="fr-FR" sz="1200" b="1" dirty="0">
                <a:latin typeface="Bookman Old Style" panose="02050604050505020204" pitchFamily="18" charset="0"/>
              </a:rPr>
              <a:t>mi-2026</a:t>
            </a:r>
            <a:r>
              <a:rPr lang="fr-FR" sz="1200" dirty="0">
                <a:latin typeface="Bookman Old Style" panose="02050604050505020204" pitchFamily="18" charset="0"/>
              </a:rPr>
              <a:t>, incluant la protection contre les ingérences numériques étrangères.</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lang="fr-FR" sz="1200" dirty="0">
              <a:latin typeface="Bookman Old Style" panose="02050604050505020204" pitchFamily="18" charset="0"/>
            </a:endParaRP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lang="fr-FR" sz="1200" dirty="0">
              <a:latin typeface="Bookman Old Style" panose="02050604050505020204" pitchFamily="18" charset="0"/>
            </a:endParaRP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lang="fr-FR" sz="1200" dirty="0">
              <a:latin typeface="Bookman Old Style" panose="02050604050505020204" pitchFamily="18" charset="0"/>
            </a:endParaRPr>
          </a:p>
          <a:p>
            <a:endParaRPr lang="fr-FR" dirty="0"/>
          </a:p>
        </p:txBody>
      </p:sp>
      <p:sp>
        <p:nvSpPr>
          <p:cNvPr id="4" name="Espace réservé du numéro de diapositive 3"/>
          <p:cNvSpPr>
            <a:spLocks noGrp="1"/>
          </p:cNvSpPr>
          <p:nvPr>
            <p:ph type="sldNum" sz="quarter" idx="5"/>
          </p:nvPr>
        </p:nvSpPr>
        <p:spPr/>
        <p:txBody>
          <a:bodyPr/>
          <a:lstStyle/>
          <a:p>
            <a:fld id="{871BE2FB-119D-4061-B317-684AF5B45172}" type="slidenum">
              <a:rPr lang="fr-FR" smtClean="0"/>
              <a:t>11</a:t>
            </a:fld>
            <a:endParaRPr lang="fr-FR"/>
          </a:p>
        </p:txBody>
      </p:sp>
    </p:spTree>
    <p:extLst>
      <p:ext uri="{BB962C8B-B14F-4D97-AF65-F5344CB8AC3E}">
        <p14:creationId xmlns:p14="http://schemas.microsoft.com/office/powerpoint/2010/main" val="522883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err="1"/>
              <a:t>PKI:</a:t>
            </a:r>
            <a:r>
              <a:rPr kumimoji="0" lang="fr-FR" altLang="fr-FR" sz="1200" b="0" i="0" u="none" strike="noStrike" cap="none" normalizeH="0" baseline="0" dirty="0" err="1">
                <a:ln>
                  <a:noFill/>
                </a:ln>
                <a:solidFill>
                  <a:srgbClr val="0A0A0A"/>
                </a:solidFill>
                <a:effectLst/>
                <a:latin typeface="Bookman Old Style" panose="02050604050505020204" pitchFamily="18" charset="0"/>
              </a:rPr>
              <a:t>Le</a:t>
            </a:r>
            <a:r>
              <a:rPr kumimoji="0" lang="fr-FR" altLang="fr-FR" sz="1200" b="0" i="0" u="none" strike="noStrike" cap="none" normalizeH="0" baseline="0" dirty="0">
                <a:ln>
                  <a:noFill/>
                </a:ln>
                <a:solidFill>
                  <a:srgbClr val="0A0A0A"/>
                </a:solidFill>
                <a:effectLst/>
                <a:latin typeface="Bookman Old Style" panose="02050604050505020204" pitchFamily="18" charset="0"/>
              </a:rPr>
              <a:t> Centre de certification de l'ANTIC permet de sécuriser les communications et d'authentifier les contenus officiels via des signatures numériques propres au Cameroun.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altLang="fr-FR" sz="1200" b="1" i="0" u="none" strike="noStrike" cap="none" normalizeH="0" baseline="0" dirty="0">
                <a:ln>
                  <a:noFill/>
                </a:ln>
                <a:solidFill>
                  <a:srgbClr val="0A0A0A"/>
                </a:solidFill>
                <a:effectLst/>
                <a:latin typeface="Bookman Old Style" panose="02050604050505020204" pitchFamily="18" charset="0"/>
              </a:rPr>
              <a:t>Sécurisation du </a:t>
            </a:r>
            <a:r>
              <a:rPr kumimoji="0" lang="fr-FR" altLang="fr-FR" sz="1200" b="1" i="0" u="none" strike="noStrike" cap="none" normalizeH="0" baseline="0" dirty="0" err="1">
                <a:ln>
                  <a:noFill/>
                </a:ln>
                <a:solidFill>
                  <a:srgbClr val="0A0A0A"/>
                </a:solidFill>
                <a:effectLst/>
                <a:latin typeface="Bookman Old Style" panose="02050604050505020204" pitchFamily="18" charset="0"/>
              </a:rPr>
              <a:t>ccTLD</a:t>
            </a:r>
            <a:r>
              <a:rPr kumimoji="0" lang="fr-FR" altLang="fr-FR" sz="1200" b="1" i="0" u="none" strike="noStrike" cap="none" normalizeH="0" baseline="0" dirty="0">
                <a:ln>
                  <a:noFill/>
                </a:ln>
                <a:solidFill>
                  <a:srgbClr val="0A0A0A"/>
                </a:solidFill>
                <a:effectLst/>
                <a:latin typeface="Bookman Old Style" panose="02050604050505020204" pitchFamily="18" charset="0"/>
              </a:rPr>
              <a:t>(</a:t>
            </a:r>
            <a:r>
              <a:rPr lang="fr-FR" dirty="0"/>
              <a:t>Un </a:t>
            </a:r>
            <a:r>
              <a:rPr lang="fr-FR" dirty="0" err="1"/>
              <a:t>ccTLD</a:t>
            </a:r>
            <a:r>
              <a:rPr lang="fr-FR" dirty="0"/>
              <a:t> (</a:t>
            </a:r>
            <a:r>
              <a:rPr lang="fr-FR" sz="1200" b="0" i="0" kern="1200" dirty="0">
                <a:solidFill>
                  <a:schemeClr val="tx1"/>
                </a:solidFill>
                <a:effectLst/>
                <a:latin typeface="+mn-lt"/>
                <a:ea typeface="+mn-ea"/>
                <a:cs typeface="+mn-cs"/>
                <a:hlinkClick r:id="rId3"/>
              </a:rPr>
              <a:t>Country Code Top-</a:t>
            </a:r>
            <a:r>
              <a:rPr lang="fr-FR" sz="1200" b="0" i="0" kern="1200" dirty="0" err="1">
                <a:solidFill>
                  <a:schemeClr val="tx1"/>
                </a:solidFill>
                <a:effectLst/>
                <a:latin typeface="+mn-lt"/>
                <a:ea typeface="+mn-ea"/>
                <a:cs typeface="+mn-cs"/>
                <a:hlinkClick r:id="rId3"/>
              </a:rPr>
              <a:t>Level</a:t>
            </a:r>
            <a:r>
              <a:rPr lang="fr-FR" sz="1200" b="0" i="0" kern="1200" dirty="0">
                <a:solidFill>
                  <a:schemeClr val="tx1"/>
                </a:solidFill>
                <a:effectLst/>
                <a:latin typeface="+mn-lt"/>
                <a:ea typeface="+mn-ea"/>
                <a:cs typeface="+mn-cs"/>
                <a:hlinkClick r:id="rId3"/>
              </a:rPr>
              <a:t> Domain</a:t>
            </a:r>
            <a:r>
              <a:rPr lang="fr-FR" sz="1200" b="0" i="0" kern="1200" dirty="0">
                <a:solidFill>
                  <a:schemeClr val="tx1"/>
                </a:solidFill>
                <a:effectLst/>
                <a:latin typeface="+mn-lt"/>
                <a:ea typeface="+mn-ea"/>
                <a:cs typeface="+mn-cs"/>
              </a:rPr>
              <a:t>, ou domaine de premier niveau national) </a:t>
            </a:r>
            <a:r>
              <a:rPr lang="fr-FR" dirty="0"/>
              <a:t>est une extension de domaine internet de deux lettres réservée à un pays ou territoire spécifique</a:t>
            </a:r>
            <a:r>
              <a:rPr lang="fr-FR" sz="1200" b="0" i="0" kern="1200" dirty="0">
                <a:solidFill>
                  <a:schemeClr val="tx1"/>
                </a:solidFill>
                <a:effectLst/>
                <a:latin typeface="+mn-lt"/>
                <a:ea typeface="+mn-ea"/>
                <a:cs typeface="+mn-cs"/>
              </a:rPr>
              <a:t>, comme .</a:t>
            </a:r>
            <a:r>
              <a:rPr lang="fr-FR" sz="1200" b="0" i="0" kern="1200" dirty="0" err="1">
                <a:solidFill>
                  <a:schemeClr val="tx1"/>
                </a:solidFill>
                <a:effectLst/>
                <a:latin typeface="+mn-lt"/>
                <a:ea typeface="+mn-ea"/>
                <a:cs typeface="+mn-cs"/>
              </a:rPr>
              <a:t>fr</a:t>
            </a:r>
            <a:r>
              <a:rPr lang="fr-FR" sz="1200" b="0" i="0" kern="1200" dirty="0">
                <a:solidFill>
                  <a:schemeClr val="tx1"/>
                </a:solidFill>
                <a:effectLst/>
                <a:latin typeface="+mn-lt"/>
                <a:ea typeface="+mn-ea"/>
                <a:cs typeface="+mn-cs"/>
              </a:rPr>
              <a:t> pour la France ou .ca pour le Canada, indiquant souvent la localisation géographique d'un site web et pouvant améliorer son référencement local. Chaque pays définit ses propres règles d'attribution, certains </a:t>
            </a:r>
            <a:r>
              <a:rPr lang="fr-FR" sz="1200" b="0" i="0" kern="1200" dirty="0" err="1">
                <a:solidFill>
                  <a:schemeClr val="tx1"/>
                </a:solidFill>
                <a:effectLst/>
                <a:latin typeface="+mn-lt"/>
                <a:ea typeface="+mn-ea"/>
                <a:cs typeface="+mn-cs"/>
              </a:rPr>
              <a:t>ccTLDs</a:t>
            </a:r>
            <a:r>
              <a:rPr lang="fr-FR" sz="1200" b="0" i="0" kern="1200" dirty="0">
                <a:solidFill>
                  <a:schemeClr val="tx1"/>
                </a:solidFill>
                <a:effectLst/>
                <a:latin typeface="+mn-lt"/>
                <a:ea typeface="+mn-ea"/>
                <a:cs typeface="+mn-cs"/>
              </a:rPr>
              <a:t> étant réservés aux résidents locaux, tandis que d'autres sont plus ouverts. </a:t>
            </a:r>
            <a:r>
              <a:rPr kumimoji="0" lang="fr-FR" altLang="fr-FR" sz="1200" b="1" i="0" u="none" strike="noStrike" cap="none" normalizeH="0" baseline="0" dirty="0">
                <a:ln>
                  <a:noFill/>
                </a:ln>
                <a:solidFill>
                  <a:srgbClr val="0A0A0A"/>
                </a:solidFill>
                <a:effectLst/>
                <a:latin typeface="Bookman Old Style" panose="02050604050505020204" pitchFamily="18" charset="0"/>
              </a:rPr>
              <a:t>) :</a:t>
            </a:r>
            <a:r>
              <a:rPr kumimoji="0" lang="fr-FR" altLang="fr-FR" sz="1200" b="0" i="0" u="none" strike="noStrike" cap="none" normalizeH="0" baseline="0" dirty="0">
                <a:ln>
                  <a:noFill/>
                </a:ln>
                <a:solidFill>
                  <a:srgbClr val="0A0A0A"/>
                </a:solidFill>
                <a:effectLst/>
                <a:latin typeface="Bookman Old Style" panose="02050604050505020204" pitchFamily="18" charset="0"/>
              </a:rPr>
              <a:t>Le domaine national (.cm) est désormais sécurisé avec le protocole </a:t>
            </a:r>
            <a:r>
              <a:rPr kumimoji="0" lang="fr-FR" altLang="fr-FR" sz="1200" b="1" i="0" u="none" strike="noStrike" cap="none" normalizeH="0" baseline="0" dirty="0">
                <a:ln>
                  <a:noFill/>
                </a:ln>
                <a:solidFill>
                  <a:srgbClr val="0A0A0A"/>
                </a:solidFill>
                <a:effectLst/>
                <a:latin typeface="Bookman Old Style" panose="02050604050505020204" pitchFamily="18" charset="0"/>
              </a:rPr>
              <a:t>DNSSEC</a:t>
            </a:r>
            <a:r>
              <a:rPr kumimoji="0" lang="fr-FR" altLang="fr-FR" sz="1200" b="0" i="0" u="none" strike="noStrike" cap="none" normalizeH="0" baseline="0" dirty="0">
                <a:ln>
                  <a:noFill/>
                </a:ln>
                <a:solidFill>
                  <a:srgbClr val="0A0A0A"/>
                </a:solidFill>
                <a:effectLst/>
                <a:latin typeface="Bookman Old Style" panose="02050604050505020204" pitchFamily="18" charset="0"/>
              </a:rPr>
              <a:t>, renforçant l'intégrité de l'espace numérique gouvernemental et militaire face aux détournements d'image.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fr-FR" altLang="fr-FR" sz="1200" b="1" i="0" u="none" strike="noStrike" cap="none" normalizeH="0" baseline="0" dirty="0">
                <a:ln>
                  <a:noFill/>
                </a:ln>
                <a:solidFill>
                  <a:srgbClr val="0A0A0A"/>
                </a:solidFill>
                <a:effectLst/>
                <a:latin typeface="Bookman Old Style" panose="02050604050505020204" pitchFamily="18" charset="0"/>
              </a:rPr>
              <a:t>Lutte contre la désinformation :</a:t>
            </a:r>
            <a:r>
              <a:rPr kumimoji="0" lang="fr-FR" altLang="fr-FR" sz="1200" b="0" i="0" u="none" strike="noStrike" cap="none" normalizeH="0" baseline="0" dirty="0">
                <a:ln>
                  <a:noFill/>
                </a:ln>
                <a:solidFill>
                  <a:srgbClr val="0A0A0A"/>
                </a:solidFill>
                <a:effectLst/>
                <a:latin typeface="Bookman Old Style" panose="02050604050505020204" pitchFamily="18" charset="0"/>
              </a:rPr>
              <a:t>L'armée dément systématiquement les fausses rumeurs visuelles (ex: fausses fiches de paie ou images détournées) pour préserver son image de marque.</a:t>
            </a:r>
          </a:p>
          <a:p>
            <a:pPr marL="0" marR="0" lvl="0" indent="0" algn="just" defTabSz="914400" rtl="0" eaLnBrk="0" fontAlgn="base" latinLnBrk="0" hangingPunct="0">
              <a:lnSpc>
                <a:spcPct val="150000"/>
              </a:lnSpc>
              <a:spcBef>
                <a:spcPct val="0"/>
              </a:spcBef>
              <a:spcAft>
                <a:spcPct val="0"/>
              </a:spcAft>
              <a:buClrTx/>
              <a:buSzTx/>
              <a:buFontTx/>
              <a:buChar char="•"/>
              <a:tabLst/>
              <a:defRPr/>
            </a:pPr>
            <a:r>
              <a:rPr kumimoji="0" lang="fr-FR" altLang="fr-FR" sz="1200" b="1" i="0" u="none" strike="noStrike" cap="none" normalizeH="0" baseline="0" dirty="0">
                <a:ln>
                  <a:noFill/>
                </a:ln>
                <a:solidFill>
                  <a:srgbClr val="0A0A0A"/>
                </a:solidFill>
                <a:effectLst/>
                <a:latin typeface="Bookman Old Style" panose="02050604050505020204" pitchFamily="18" charset="0"/>
              </a:rPr>
              <a:t>Investissement multidimensionnel :</a:t>
            </a:r>
            <a:r>
              <a:rPr kumimoji="0" lang="fr-FR" altLang="fr-FR" sz="1200" b="0" i="0" u="none" strike="noStrike" cap="none" normalizeH="0" baseline="0" dirty="0">
                <a:ln>
                  <a:noFill/>
                </a:ln>
                <a:solidFill>
                  <a:srgbClr val="0A0A0A"/>
                </a:solidFill>
                <a:effectLst/>
                <a:latin typeface="Bookman Old Style" panose="02050604050505020204" pitchFamily="18" charset="0"/>
              </a:rPr>
              <a:t>En 2026, le MINDEF souligne l'importance d'un effort patriotique et d'une formation technique continue pour contrer les attaques provenant d'acteurs privés mercantilistes ou de puissances expansionnistes. </a:t>
            </a:r>
          </a:p>
          <a:p>
            <a:pPr marL="0" marR="0" lvl="0" indent="0" algn="just" defTabSz="914400" rtl="0" eaLnBrk="0" fontAlgn="base" latinLnBrk="0" hangingPunct="0">
              <a:lnSpc>
                <a:spcPct val="150000"/>
              </a:lnSpc>
              <a:spcBef>
                <a:spcPct val="0"/>
              </a:spcBef>
              <a:spcAft>
                <a:spcPct val="0"/>
              </a:spcAft>
              <a:buClrTx/>
              <a:buSzTx/>
              <a:buFontTx/>
              <a:buNone/>
              <a:tabLst/>
            </a:pPr>
            <a:r>
              <a:rPr kumimoji="0" lang="fr-FR" altLang="fr-FR" sz="1200" b="0" i="0" u="none" strike="noStrike" cap="none" normalizeH="0" baseline="0" dirty="0">
                <a:ln>
                  <a:noFill/>
                </a:ln>
                <a:solidFill>
                  <a:srgbClr val="0A0A0A"/>
                </a:solidFill>
                <a:effectLst/>
                <a:latin typeface="Bookman Old Style" panose="02050604050505020204" pitchFamily="18" charset="0"/>
              </a:rPr>
              <a:t>4- CJ: La souveraineté s'appuie également sur un arsenal légal modernisé :</a:t>
            </a:r>
            <a:endParaRPr kumimoji="0" lang="fr-FR" altLang="fr-FR" sz="1200" b="0" i="0" u="none" strike="noStrike" cap="none" normalizeH="0" baseline="0" dirty="0">
              <a:ln>
                <a:noFill/>
              </a:ln>
              <a:solidFill>
                <a:schemeClr val="tx1"/>
              </a:solidFill>
              <a:effectLst/>
              <a:latin typeface="Bookman Old Style" panose="020506040505050202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fr-FR" altLang="fr-FR" sz="1200" b="1" i="0" u="none" strike="noStrike" cap="none" normalizeH="0" baseline="0" dirty="0">
                <a:ln>
                  <a:noFill/>
                </a:ln>
                <a:solidFill>
                  <a:srgbClr val="0A0A0A"/>
                </a:solidFill>
                <a:effectLst/>
                <a:latin typeface="Bookman Old Style" panose="02050604050505020204" pitchFamily="18" charset="0"/>
              </a:rPr>
              <a:t>Loi sur la protection des données (2024-2026) :</a:t>
            </a:r>
            <a:r>
              <a:rPr kumimoji="0" lang="fr-FR" altLang="fr-FR" sz="1200" b="0" i="0" u="none" strike="noStrike" cap="none" normalizeH="0" baseline="0" dirty="0">
                <a:ln>
                  <a:noFill/>
                </a:ln>
                <a:solidFill>
                  <a:srgbClr val="0A0A0A"/>
                </a:solidFill>
                <a:effectLst/>
                <a:latin typeface="Bookman Old Style" panose="02050604050505020204" pitchFamily="18" charset="0"/>
              </a:rPr>
              <a:t> Le Cameroun a mis en place un cadre strict pour réguler le traitement des données et limiter la collecte arbitraire par des entités tierces.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fr-FR" altLang="fr-FR" sz="1200" b="0" i="0" u="none" strike="noStrike" cap="none" normalizeH="0" baseline="0" dirty="0">
                <a:ln>
                  <a:noFill/>
                </a:ln>
                <a:solidFill>
                  <a:srgbClr val="0A0A0A"/>
                </a:solidFill>
                <a:effectLst/>
                <a:latin typeface="Bookman Old Style" panose="02050604050505020204" pitchFamily="18" charset="0"/>
              </a:rPr>
              <a:t>Sanction </a:t>
            </a:r>
            <a:r>
              <a:rPr kumimoji="0" lang="fr-FR" altLang="fr-FR" sz="1200" b="0" i="0" u="none" strike="noStrike" cap="none" normalizeH="0" baseline="0" dirty="0" err="1">
                <a:ln>
                  <a:noFill/>
                </a:ln>
                <a:solidFill>
                  <a:srgbClr val="0A0A0A"/>
                </a:solidFill>
                <a:effectLst/>
                <a:latin typeface="Bookman Old Style" panose="02050604050505020204" pitchFamily="18" charset="0"/>
              </a:rPr>
              <a:t>penales</a:t>
            </a:r>
            <a:r>
              <a:rPr kumimoji="0" lang="fr-FR" altLang="fr-FR" sz="1200" b="0" i="0" u="none" strike="noStrike" cap="none" normalizeH="0" baseline="0" dirty="0">
                <a:ln>
                  <a:noFill/>
                </a:ln>
                <a:solidFill>
                  <a:srgbClr val="0A0A0A"/>
                </a:solidFill>
                <a:effectLst/>
                <a:latin typeface="Bookman Old Style" panose="02050604050505020204" pitchFamily="18" charset="0"/>
              </a:rPr>
              <a:t> :</a:t>
            </a:r>
            <a:r>
              <a:rPr lang="fr-FR" altLang="fr-FR" dirty="0">
                <a:solidFill>
                  <a:srgbClr val="0A0A0A"/>
                </a:solidFill>
                <a:latin typeface="Bookman Old Style" panose="02050604050505020204" pitchFamily="18" charset="0"/>
              </a:rPr>
              <a:t>La loi sur la cybersécurité continue de réprimer l'usurpation d'identité numérique et les atteintes à l'image des institutions républicaines.</a:t>
            </a:r>
          </a:p>
          <a:p>
            <a:pPr marL="0" marR="0" lvl="0" indent="0" algn="just" defTabSz="914400" rtl="0" eaLnBrk="0" fontAlgn="base" latinLnBrk="0" hangingPunct="0">
              <a:lnSpc>
                <a:spcPct val="150000"/>
              </a:lnSpc>
              <a:spcBef>
                <a:spcPct val="0"/>
              </a:spcBef>
              <a:spcAft>
                <a:spcPct val="0"/>
              </a:spcAft>
              <a:buClrTx/>
              <a:buSzTx/>
              <a:buFontTx/>
              <a:buChar char="•"/>
              <a:tabLst/>
              <a:defRPr/>
            </a:pPr>
            <a:r>
              <a:rPr lang="fr-FR" altLang="fr-FR" dirty="0">
                <a:solidFill>
                  <a:srgbClr val="0A0A0A"/>
                </a:solidFill>
                <a:latin typeface="Bookman Old Style" panose="02050604050505020204" pitchFamily="18" charset="0"/>
              </a:rPr>
              <a:t> </a:t>
            </a:r>
            <a:r>
              <a:rPr lang="fr-FR" altLang="fr-FR" b="1" dirty="0">
                <a:solidFill>
                  <a:srgbClr val="0A0A0A"/>
                </a:solidFill>
                <a:latin typeface="Bookman Old Style" panose="02050604050505020204" pitchFamily="18" charset="0"/>
              </a:rPr>
              <a:t>Perspective :</a:t>
            </a:r>
            <a:r>
              <a:rPr lang="fr-FR" altLang="fr-FR" dirty="0">
                <a:solidFill>
                  <a:srgbClr val="0A0A0A"/>
                </a:solidFill>
                <a:latin typeface="Bookman Old Style" panose="02050604050505020204" pitchFamily="18" charset="0"/>
              </a:rPr>
              <a:t> L'objectif pour fin 2026 est de passer d'une posture de consommation technologique à une posture de </a:t>
            </a:r>
            <a:r>
              <a:rPr lang="fr-FR" altLang="fr-FR" b="1" dirty="0">
                <a:solidFill>
                  <a:srgbClr val="0A0A0A"/>
                </a:solidFill>
                <a:latin typeface="Bookman Old Style" panose="02050604050505020204" pitchFamily="18" charset="0"/>
              </a:rPr>
              <a:t>gouvernance virtuelle active</a:t>
            </a:r>
            <a:r>
              <a:rPr lang="fr-FR" altLang="fr-FR" dirty="0">
                <a:solidFill>
                  <a:srgbClr val="0A0A0A"/>
                </a:solidFill>
                <a:latin typeface="Bookman Old Style" panose="02050604050505020204" pitchFamily="18" charset="0"/>
              </a:rPr>
              <a:t>, où le Cameroun ne subit plus les outils de surveillance ou de manipulation étrangers, mais impose ses propres standards de protection</a:t>
            </a:r>
            <a:r>
              <a:rPr lang="fr-FR" altLang="fr-FR" sz="1050" dirty="0">
                <a:solidFill>
                  <a:srgbClr val="0A0A0A"/>
                </a:solidFill>
                <a:latin typeface="Google Sans"/>
              </a:rPr>
              <a:t>. </a:t>
            </a:r>
            <a:endParaRPr lang="fr-FR" altLang="fr-FR" sz="1400" dirty="0">
              <a:latin typeface="Arial" panose="020B0604020202020204" pitchFamily="34" charset="0"/>
            </a:endParaRPr>
          </a:p>
          <a:p>
            <a:pPr marL="0" marR="0" lvl="0" indent="0" algn="just" defTabSz="914400" rtl="0" eaLnBrk="0" fontAlgn="base" latinLnBrk="0" hangingPunct="0">
              <a:lnSpc>
                <a:spcPct val="150000"/>
              </a:lnSpc>
              <a:spcBef>
                <a:spcPct val="0"/>
              </a:spcBef>
              <a:spcAft>
                <a:spcPct val="0"/>
              </a:spcAft>
              <a:buClrTx/>
              <a:buSzTx/>
              <a:buFontTx/>
              <a:buChar char="•"/>
              <a:tabLst/>
            </a:pPr>
            <a:endParaRPr kumimoji="0" lang="fr-FR" altLang="fr-FR" sz="1200" b="0" i="0" u="none" strike="noStrike" cap="none" normalizeH="0" baseline="0" dirty="0">
              <a:ln>
                <a:noFill/>
              </a:ln>
              <a:solidFill>
                <a:srgbClr val="0A0A0A"/>
              </a:solidFill>
              <a:effectLst/>
              <a:latin typeface="Bookman Old Style" panose="020506040505050202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fr-FR" altLang="fr-FR" sz="1200" b="0" i="0" u="none" strike="noStrike" cap="none" normalizeH="0" baseline="0" dirty="0">
                <a:ln>
                  <a:noFill/>
                </a:ln>
                <a:solidFill>
                  <a:srgbClr val="0A0A0A"/>
                </a:solidFill>
                <a:effectLst/>
                <a:latin typeface="Bookman Old Style" panose="02050604050505020204" pitchFamily="18" charset="0"/>
              </a:rPr>
              <a:t>Protocole </a:t>
            </a:r>
            <a:r>
              <a:rPr lang="fr-FR" sz="1200" b="0" i="0" kern="1200" dirty="0">
                <a:solidFill>
                  <a:schemeClr val="tx1"/>
                </a:solidFill>
                <a:effectLst/>
                <a:latin typeface="+mn-lt"/>
                <a:ea typeface="+mn-ea"/>
                <a:cs typeface="+mn-cs"/>
                <a:hlinkClick r:id="rId4"/>
              </a:rPr>
              <a:t>DNSSEC</a:t>
            </a:r>
            <a:r>
              <a:rPr lang="fr-FR" sz="1200" b="0" i="0" kern="1200" dirty="0">
                <a:solidFill>
                  <a:schemeClr val="tx1"/>
                </a:solidFill>
                <a:effectLst/>
                <a:latin typeface="+mn-lt"/>
                <a:ea typeface="+mn-ea"/>
                <a:cs typeface="+mn-cs"/>
              </a:rPr>
              <a:t>:  (Domain Name System Security Extensions) </a:t>
            </a:r>
            <a:r>
              <a:rPr lang="fr-FR" dirty="0"/>
              <a:t>est un protocole qui ajoute une couche de sécurité au DNS en utilisant des signatures numériques pour </a:t>
            </a:r>
            <a:r>
              <a:rPr lang="fr-FR" b="1" dirty="0">
                <a:effectLst/>
              </a:rPr>
              <a:t>authentifier et garantir l'intégrité des données</a:t>
            </a:r>
            <a:r>
              <a:rPr lang="fr-FR" dirty="0"/>
              <a:t> DNS</a:t>
            </a:r>
            <a:r>
              <a:rPr lang="fr-FR" sz="1200" b="0" i="0" kern="1200" dirty="0">
                <a:solidFill>
                  <a:schemeClr val="tx1"/>
                </a:solidFill>
                <a:effectLst/>
                <a:latin typeface="+mn-lt"/>
                <a:ea typeface="+mn-ea"/>
                <a:cs typeface="+mn-cs"/>
              </a:rPr>
              <a:t>, protégeant ainsi contre les attaques d'empoisonnement du cache ou d'usurpation d'identité (spoofing). Il assure que les réponses reçues par un utilisateur proviennent bien de la source légitime et n'ont pas été modifiées en transit, en créant une </a:t>
            </a:r>
            <a:r>
              <a:rPr lang="fr-FR" sz="1200" b="0" i="0" kern="1200" dirty="0">
                <a:solidFill>
                  <a:schemeClr val="tx1"/>
                </a:solidFill>
                <a:effectLst/>
                <a:latin typeface="+mn-lt"/>
                <a:ea typeface="+mn-ea"/>
                <a:cs typeface="+mn-cs"/>
                <a:hlinkClick r:id="rId5"/>
              </a:rPr>
              <a:t>chaîne de confiance</a:t>
            </a:r>
            <a:r>
              <a:rPr lang="fr-FR" sz="1200" b="0" i="0" kern="1200" dirty="0">
                <a:solidFill>
                  <a:schemeClr val="tx1"/>
                </a:solidFill>
                <a:effectLst/>
                <a:latin typeface="+mn-lt"/>
                <a:ea typeface="+mn-ea"/>
                <a:cs typeface="+mn-cs"/>
              </a:rPr>
              <a:t> cryptographique depuis la racine du DNS jusqu'à la zone demandée. </a:t>
            </a:r>
            <a:endParaRPr kumimoji="0" lang="fr-FR" altLang="fr-FR" sz="1200" b="0" i="0" u="none" strike="noStrike" cap="none" normalizeH="0" baseline="0" dirty="0">
              <a:ln>
                <a:noFill/>
              </a:ln>
              <a:solidFill>
                <a:srgbClr val="0A0A0A"/>
              </a:solidFill>
              <a:effectLst/>
              <a:latin typeface="Bookman Old Style" panose="020506040505050202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tabLst/>
              <a:defRPr/>
            </a:pPr>
            <a:endParaRPr kumimoji="0" lang="fr-FR" altLang="fr-FR" sz="1200" b="0" i="0" u="none" strike="noStrike" cap="none" normalizeH="0" baseline="0" dirty="0">
              <a:ln>
                <a:noFill/>
              </a:ln>
              <a:solidFill>
                <a:srgbClr val="0A0A0A"/>
              </a:solidFill>
              <a:effectLst/>
              <a:latin typeface="Bookman Old Style" panose="020506040505050202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tabLst/>
            </a:pPr>
            <a:endParaRPr kumimoji="0" lang="fr-FR" altLang="fr-FR" sz="1200" b="0" i="0" u="none" strike="noStrike" cap="none" normalizeH="0" baseline="0" dirty="0">
              <a:ln>
                <a:noFill/>
              </a:ln>
              <a:solidFill>
                <a:srgbClr val="0A0A0A"/>
              </a:solidFill>
              <a:effectLst/>
              <a:latin typeface="Bookman Old Style" panose="020506040505050202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tabLst/>
            </a:pPr>
            <a:endParaRPr lang="fr-FR" altLang="fr-FR" sz="1200" dirty="0">
              <a:solidFill>
                <a:srgbClr val="0A0A0A"/>
              </a:solidFill>
              <a:latin typeface="Bookman Old Style" panose="020506040505050202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altLang="fr-FR" sz="1200" b="0" i="0" u="none" strike="noStrike" cap="none" normalizeH="0" baseline="0" dirty="0">
              <a:ln>
                <a:noFill/>
              </a:ln>
              <a:solidFill>
                <a:srgbClr val="0A0A0A"/>
              </a:solidFill>
              <a:effectLst/>
              <a:latin typeface="Bookman Old Style" panose="02050604050505020204" pitchFamily="18" charset="0"/>
            </a:endParaRPr>
          </a:p>
          <a:p>
            <a:endParaRPr lang="fr-FR" dirty="0"/>
          </a:p>
        </p:txBody>
      </p:sp>
      <p:sp>
        <p:nvSpPr>
          <p:cNvPr id="4" name="Espace réservé du numéro de diapositive 3"/>
          <p:cNvSpPr>
            <a:spLocks noGrp="1"/>
          </p:cNvSpPr>
          <p:nvPr>
            <p:ph type="sldNum" sz="quarter" idx="5"/>
          </p:nvPr>
        </p:nvSpPr>
        <p:spPr/>
        <p:txBody>
          <a:bodyPr/>
          <a:lstStyle/>
          <a:p>
            <a:fld id="{871BE2FB-119D-4061-B317-684AF5B45172}" type="slidenum">
              <a:rPr lang="fr-FR" smtClean="0"/>
              <a:t>12</a:t>
            </a:fld>
            <a:endParaRPr lang="fr-FR"/>
          </a:p>
        </p:txBody>
      </p:sp>
    </p:spTree>
    <p:extLst>
      <p:ext uri="{BB962C8B-B14F-4D97-AF65-F5344CB8AC3E}">
        <p14:creationId xmlns:p14="http://schemas.microsoft.com/office/powerpoint/2010/main" val="24751849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altLang="fr-FR" sz="1200" dirty="0">
                <a:solidFill>
                  <a:srgbClr val="0A0A0A"/>
                </a:solidFill>
                <a:latin typeface="Bookman Old Style" panose="02050604050505020204" pitchFamily="18" charset="0"/>
              </a:rPr>
              <a:t>Les forces de défense et de sécurité (FDS) opèrent simultanément sur plusieurs fronts </a:t>
            </a:r>
          </a:p>
          <a:p>
            <a:pPr marL="0" lvl="0" indent="0" algn="just" defTabSz="914400">
              <a:buClrTx/>
              <a:buNone/>
            </a:pPr>
            <a:r>
              <a:rPr lang="fr-FR" sz="1200" dirty="0">
                <a:solidFill>
                  <a:srgbClr val="0A0A0A"/>
                </a:solidFill>
                <a:latin typeface="Bookman Old Style" panose="02050604050505020204" pitchFamily="18" charset="0"/>
              </a:rPr>
              <a:t>Guerre asymétrique: </a:t>
            </a:r>
            <a:r>
              <a:rPr lang="fr-FR" altLang="fr-FR" sz="1200" dirty="0">
                <a:solidFill>
                  <a:srgbClr val="0A0A0A"/>
                </a:solidFill>
                <a:latin typeface="Bookman Old Style" panose="02050604050505020204" pitchFamily="18" charset="0"/>
              </a:rPr>
              <a:t>génèrent un flux constant d'informations sensibles.</a:t>
            </a:r>
          </a:p>
          <a:p>
            <a:pPr marL="0" lvl="0" indent="0" algn="just" defTabSz="914400">
              <a:buClrTx/>
              <a:buNone/>
            </a:pPr>
            <a:r>
              <a:rPr lang="fr-FR" altLang="fr-FR" sz="1200" b="1" dirty="0">
                <a:solidFill>
                  <a:srgbClr val="0A0A0A"/>
                </a:solidFill>
                <a:latin typeface="Bookman Old Style" panose="02050604050505020204" pitchFamily="18" charset="0"/>
              </a:rPr>
              <a:t> - Accusations et controverses :</a:t>
            </a:r>
            <a:r>
              <a:rPr lang="fr-FR" altLang="fr-FR" sz="1200" dirty="0">
                <a:solidFill>
                  <a:srgbClr val="0A0A0A"/>
                </a:solidFill>
                <a:latin typeface="Bookman Old Style" panose="02050604050505020204" pitchFamily="18" charset="0"/>
              </a:rPr>
              <a:t> Les armées sont régulièrement la cible d'allégations de violations des droits de l'homme par des ONG et des groupes séparatistes, ce qui fragilise leur image tant au niveau national qu'international. </a:t>
            </a:r>
          </a:p>
          <a:p>
            <a:pPr marL="0" marR="0" lvl="0" indent="0" algn="just" defTabSz="914400" rtl="0" eaLnBrk="1" fontAlgn="auto" latinLnBrk="0" hangingPunct="1">
              <a:lnSpc>
                <a:spcPct val="100000"/>
              </a:lnSpc>
              <a:spcBef>
                <a:spcPts val="0"/>
              </a:spcBef>
              <a:spcAft>
                <a:spcPts val="0"/>
              </a:spcAft>
              <a:buClrTx/>
              <a:buSzTx/>
              <a:buFontTx/>
              <a:buNone/>
              <a:tabLst/>
              <a:defRPr/>
            </a:pPr>
            <a:r>
              <a:rPr lang="fr-FR" altLang="fr-FR" sz="1200" b="1" dirty="0">
                <a:solidFill>
                  <a:srgbClr val="0A0A0A"/>
                </a:solidFill>
                <a:latin typeface="Bookman Old Style" panose="02050604050505020204" pitchFamily="18" charset="0"/>
              </a:rPr>
              <a:t>Manipulation numérique :</a:t>
            </a:r>
            <a:r>
              <a:rPr lang="fr-FR" altLang="fr-FR" sz="1200" dirty="0">
                <a:solidFill>
                  <a:srgbClr val="0A0A0A"/>
                </a:solidFill>
                <a:latin typeface="Bookman Old Style" panose="02050604050505020204" pitchFamily="18" charset="0"/>
              </a:rPr>
              <a:t>Des contenus anciens ou sortis de leur contexte, comme des interventions de porte-paroles militaires, sont détournés pour diffuser des messages subversifs ou appeler à la désobéissance.</a:t>
            </a:r>
          </a:p>
          <a:p>
            <a:pPr marL="0" marR="0" lvl="0" indent="0" algn="just" defTabSz="914400" rtl="0" eaLnBrk="1" fontAlgn="auto" latinLnBrk="0" hangingPunct="1">
              <a:lnSpc>
                <a:spcPct val="100000"/>
              </a:lnSpc>
              <a:spcBef>
                <a:spcPts val="0"/>
              </a:spcBef>
              <a:spcAft>
                <a:spcPts val="0"/>
              </a:spcAft>
              <a:buClrTx/>
              <a:buSzTx/>
              <a:buFontTx/>
              <a:buNone/>
              <a:tabLst/>
              <a:defRPr/>
            </a:pPr>
            <a:r>
              <a:rPr lang="fr-FR" altLang="fr-FR" sz="1200" b="1" dirty="0">
                <a:solidFill>
                  <a:srgbClr val="0A0A0A"/>
                </a:solidFill>
                <a:latin typeface="Bookman Old Style" panose="02050604050505020204" pitchFamily="18" charset="0"/>
              </a:rPr>
              <a:t>Guerre de l'information :</a:t>
            </a:r>
            <a:r>
              <a:rPr lang="fr-FR" altLang="fr-FR" sz="1200" dirty="0">
                <a:solidFill>
                  <a:srgbClr val="0A0A0A"/>
                </a:solidFill>
                <a:latin typeface="Bookman Old Style" panose="02050604050505020204" pitchFamily="18" charset="0"/>
              </a:rPr>
              <a:t> Les acteurs malveillants utilisent de plus en plus l'</a:t>
            </a:r>
            <a:r>
              <a:rPr lang="fr-FR" altLang="fr-FR" sz="1200" b="1" dirty="0">
                <a:solidFill>
                  <a:srgbClr val="0A0A0A"/>
                </a:solidFill>
                <a:latin typeface="Bookman Old Style" panose="02050604050505020204" pitchFamily="18" charset="0"/>
              </a:rPr>
              <a:t>intelligence artificielle    (IA)</a:t>
            </a:r>
            <a:r>
              <a:rPr lang="fr-FR" altLang="fr-FR" sz="1200" dirty="0">
                <a:solidFill>
                  <a:srgbClr val="0A0A0A"/>
                </a:solidFill>
                <a:latin typeface="Bookman Old Style" panose="02050604050505020204" pitchFamily="18" charset="0"/>
              </a:rPr>
              <a:t> pour créer des "</a:t>
            </a:r>
            <a:r>
              <a:rPr lang="fr-FR" altLang="fr-FR" sz="1200" dirty="0" err="1">
                <a:solidFill>
                  <a:srgbClr val="0A0A0A"/>
                </a:solidFill>
                <a:latin typeface="Bookman Old Style" panose="02050604050505020204" pitchFamily="18" charset="0"/>
              </a:rPr>
              <a:t>deepfakes</a:t>
            </a:r>
            <a:r>
              <a:rPr lang="fr-FR" altLang="fr-FR" sz="1200" dirty="0">
                <a:solidFill>
                  <a:srgbClr val="0A0A0A"/>
                </a:solidFill>
                <a:latin typeface="Bookman Old Style" panose="02050604050505020204" pitchFamily="18" charset="0"/>
              </a:rPr>
              <a:t>" ou des campagnes de désinformation massive visant à discréditer les opérations militaires.</a:t>
            </a:r>
          </a:p>
          <a:p>
            <a:pPr marL="0" marR="0" lvl="0" indent="0" algn="just" defTabSz="914400" rtl="0" eaLnBrk="1" fontAlgn="auto" latinLnBrk="0" hangingPunct="1">
              <a:lnSpc>
                <a:spcPct val="100000"/>
              </a:lnSpc>
              <a:spcBef>
                <a:spcPts val="0"/>
              </a:spcBef>
              <a:spcAft>
                <a:spcPts val="0"/>
              </a:spcAft>
              <a:buClrTx/>
              <a:buSzTx/>
              <a:buFontTx/>
              <a:buNone/>
              <a:tabLst/>
              <a:defRPr/>
            </a:pPr>
            <a:r>
              <a:rPr lang="fr-FR" altLang="fr-FR" sz="1100" b="1" dirty="0">
                <a:solidFill>
                  <a:srgbClr val="0A0A0A"/>
                </a:solidFill>
                <a:latin typeface="Bookman Old Style" panose="02050604050505020204" pitchFamily="18" charset="0"/>
              </a:rPr>
              <a:t>Pertes financières et cyberattaques </a:t>
            </a:r>
            <a:r>
              <a:rPr lang="fr-FR" altLang="fr-FR" b="1" dirty="0">
                <a:solidFill>
                  <a:srgbClr val="0A0A0A"/>
                </a:solidFill>
                <a:latin typeface="Bookman Old Style" panose="02050604050505020204" pitchFamily="18" charset="0"/>
              </a:rPr>
              <a:t>:</a:t>
            </a:r>
            <a:r>
              <a:rPr lang="fr-FR" altLang="fr-FR" dirty="0">
                <a:solidFill>
                  <a:srgbClr val="0A0A0A"/>
                </a:solidFill>
                <a:latin typeface="Bookman Old Style" panose="02050604050505020204" pitchFamily="18" charset="0"/>
              </a:rPr>
              <a:t> Le pays a enregistré des pertes de plus d'un milliard de FCFA dues à la cybercriminalité en 2025, soulignant la vulnérabilité globale des infrastructures de communication.</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fr-FR" altLang="fr-FR" sz="1200" b="0" i="0" u="none" strike="noStrike" cap="none" normalizeH="0" baseline="0" dirty="0">
              <a:ln>
                <a:noFill/>
              </a:ln>
              <a:solidFill>
                <a:srgbClr val="0A0A0A"/>
              </a:solidFill>
              <a:effectLst/>
              <a:latin typeface="Bookman Old Style" panose="020506040505050202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altLang="fr-FR" sz="1200" b="1" i="0" u="none" strike="noStrike" cap="none" normalizeH="0" baseline="0" dirty="0">
                <a:ln>
                  <a:noFill/>
                </a:ln>
                <a:solidFill>
                  <a:srgbClr val="0A0A0A"/>
                </a:solidFill>
                <a:effectLst/>
                <a:latin typeface="Bookman Old Style" panose="02050604050505020204" pitchFamily="18" charset="0"/>
              </a:rPr>
              <a:t>Cadre juridique :</a:t>
            </a:r>
            <a:r>
              <a:rPr kumimoji="0" lang="fr-FR" altLang="fr-FR" sz="1200" b="0" i="0" u="none" strike="noStrike" cap="none" normalizeH="0" baseline="0" dirty="0">
                <a:ln>
                  <a:noFill/>
                </a:ln>
                <a:solidFill>
                  <a:srgbClr val="0A0A0A"/>
                </a:solidFill>
                <a:effectLst/>
                <a:latin typeface="Bookman Old Style" panose="02050604050505020204" pitchFamily="18" charset="0"/>
              </a:rPr>
              <a:t> L'État s'appuie sur la loi de 2010 sur la cybersécurité et la cybercriminalité (réprimant le cyberharcèlement et la haine en ligne) ainsi que sur la nouvelle loi de 2025 sur la </a:t>
            </a:r>
            <a:r>
              <a:rPr kumimoji="0" lang="fr-FR" altLang="fr-FR" sz="1200" b="1" i="0" u="none" strike="noStrike" cap="none" normalizeH="0" baseline="0" dirty="0">
                <a:ln>
                  <a:noFill/>
                </a:ln>
                <a:solidFill>
                  <a:srgbClr val="0A0A0A"/>
                </a:solidFill>
                <a:effectLst/>
                <a:latin typeface="Bookman Old Style" panose="02050604050505020204" pitchFamily="18" charset="0"/>
              </a:rPr>
              <a:t>protection des données personnelles</a:t>
            </a:r>
            <a:r>
              <a:rPr kumimoji="0" lang="fr-FR" altLang="fr-FR" sz="1200" b="0" i="0" u="none" strike="noStrike" cap="none" normalizeH="0" baseline="0" dirty="0">
                <a:ln>
                  <a:noFill/>
                </a:ln>
                <a:solidFill>
                  <a:srgbClr val="0A0A0A"/>
                </a:solidFill>
                <a:effectLst/>
                <a:latin typeface="Bookman Old Style" panose="02050604050505020204" pitchFamily="18"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altLang="fr-FR" sz="1200" b="1" i="0" u="none" strike="noStrike" cap="none" normalizeH="0" baseline="0" dirty="0">
                <a:ln>
                  <a:noFill/>
                </a:ln>
                <a:solidFill>
                  <a:srgbClr val="0A0A0A"/>
                </a:solidFill>
                <a:effectLst/>
                <a:latin typeface="Bookman Old Style" panose="02050604050505020204" pitchFamily="18" charset="0"/>
              </a:rPr>
              <a:t>Communication de défense :</a:t>
            </a:r>
            <a:r>
              <a:rPr kumimoji="0" lang="fr-FR" altLang="fr-FR" sz="1200" b="0" i="0" u="none" strike="noStrike" cap="none" normalizeH="0" baseline="0" dirty="0">
                <a:ln>
                  <a:noFill/>
                </a:ln>
                <a:solidFill>
                  <a:srgbClr val="0A0A0A"/>
                </a:solidFill>
                <a:effectLst/>
                <a:latin typeface="Bookman Old Style" panose="02050604050505020204" pitchFamily="18" charset="0"/>
              </a:rPr>
              <a:t> Le ministère de la Défense (MINDEF) a renforcé sa présence numérique pour assurer un "recadrage" des informations erronées et promouvoir une image de proximité et de transparence, notamment lors des vastes campagnes de recrutement de 2025-2026.</a:t>
            </a:r>
          </a:p>
          <a:p>
            <a:pPr marL="0" marR="0" lvl="0" indent="0" algn="just" defTabSz="914400" rtl="0" eaLnBrk="0" fontAlgn="base" latinLnBrk="0" hangingPunct="0">
              <a:lnSpc>
                <a:spcPct val="100000"/>
              </a:lnSpc>
              <a:spcBef>
                <a:spcPct val="0"/>
              </a:spcBef>
              <a:spcAft>
                <a:spcPct val="0"/>
              </a:spcAft>
              <a:buClrTx/>
              <a:buSzTx/>
              <a:buNone/>
              <a:tabLst/>
            </a:pPr>
            <a:r>
              <a:rPr kumimoji="0" lang="fr-FR" altLang="fr-FR" sz="1200" b="1" i="0" u="none" strike="noStrike" cap="none" normalizeH="0" baseline="0" dirty="0">
                <a:ln>
                  <a:noFill/>
                </a:ln>
                <a:solidFill>
                  <a:srgbClr val="0A0A0A"/>
                </a:solidFill>
                <a:effectLst/>
                <a:latin typeface="Bookman Old Style" panose="02050604050505020204" pitchFamily="18" charset="0"/>
              </a:rPr>
              <a:t>Partenariats et formation :</a:t>
            </a:r>
            <a:r>
              <a:rPr kumimoji="0" lang="fr-FR" altLang="fr-FR" sz="1200" b="0" i="0" u="none" strike="noStrike" cap="none" normalizeH="0" baseline="0" dirty="0">
                <a:ln>
                  <a:noFill/>
                </a:ln>
                <a:solidFill>
                  <a:srgbClr val="0A0A0A"/>
                </a:solidFill>
                <a:effectLst/>
                <a:latin typeface="Bookman Old Style" panose="02050604050505020204" pitchFamily="18" charset="0"/>
              </a:rPr>
              <a:t> Des initiatives comme </a:t>
            </a:r>
            <a:r>
              <a:rPr kumimoji="0" lang="fr-FR" altLang="fr-FR" sz="1200" b="1" i="0" u="none" strike="noStrike" cap="none" normalizeH="0" baseline="0" dirty="0" err="1">
                <a:ln>
                  <a:noFill/>
                </a:ln>
                <a:solidFill>
                  <a:srgbClr val="0A0A0A"/>
                </a:solidFill>
                <a:effectLst/>
                <a:latin typeface="Bookman Old Style" panose="02050604050505020204" pitchFamily="18" charset="0"/>
              </a:rPr>
              <a:t>AFFCameroon</a:t>
            </a:r>
            <a:r>
              <a:rPr kumimoji="0" lang="fr-FR" altLang="fr-FR" sz="1200" b="0" i="0" u="none" strike="noStrike" cap="none" normalizeH="0" baseline="0" dirty="0">
                <a:ln>
                  <a:noFill/>
                </a:ln>
                <a:solidFill>
                  <a:srgbClr val="0A0A0A"/>
                </a:solidFill>
                <a:effectLst/>
                <a:latin typeface="Bookman Old Style" panose="02050604050505020204" pitchFamily="18" charset="0"/>
              </a:rPr>
              <a:t> forment des experts à la lutte contre la désinformation pour contrer les narratifs hostiles.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fr-FR" altLang="fr-FR" sz="1200" b="0" i="0" u="none" strike="noStrike" cap="none" normalizeH="0" baseline="0" dirty="0">
                <a:ln>
                  <a:noFill/>
                </a:ln>
                <a:solidFill>
                  <a:srgbClr val="0A0A0A"/>
                </a:solidFill>
                <a:effectLst/>
                <a:latin typeface="Bookman Old Style" panose="02050604050505020204" pitchFamily="18" charset="0"/>
              </a:rPr>
              <a:t>En 2026, l'enjeu pour l'armée camerounaise n'est plus seulement la maîtrise du terrain physique, mais la sécurisation de sa légitimité dans un cyberespace où la perception du public est devenue un enjeu stratégique de sécurité nationale.</a:t>
            </a:r>
            <a:endParaRPr kumimoji="0" lang="fr-FR" altLang="fr-FR" sz="1200" b="0" i="0" u="none" strike="noStrike" cap="none" normalizeH="0" baseline="0" dirty="0">
              <a:ln>
                <a:noFill/>
              </a:ln>
              <a:solidFill>
                <a:schemeClr val="tx1"/>
              </a:solidFill>
              <a:effectLst/>
              <a:latin typeface="Bookman Old Style" panose="020506040505050202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altLang="fr-FR" sz="1200" b="0" i="0" u="none" strike="noStrike" cap="none" normalizeH="0" baseline="0" dirty="0">
              <a:ln>
                <a:noFill/>
              </a:ln>
              <a:solidFill>
                <a:srgbClr val="0A0A0A"/>
              </a:solidFill>
              <a:effectLst/>
              <a:latin typeface="Bookman Old Style" panose="020506040505050202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altLang="fr-FR" sz="1200" b="0" i="0" u="none" strike="noStrike" cap="none" normalizeH="0" baseline="0" dirty="0">
              <a:ln>
                <a:noFill/>
              </a:ln>
              <a:solidFill>
                <a:srgbClr val="0A0A0A"/>
              </a:solidFill>
              <a:effectLst/>
              <a:latin typeface="Bookman Old Style" panose="02050604050505020204" pitchFamily="18" charset="0"/>
            </a:endParaRPr>
          </a:p>
          <a:p>
            <a:endParaRPr lang="fr-FR" dirty="0"/>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fr-FR" altLang="fr-FR" sz="1200" b="0" i="0" u="none" strike="noStrike" cap="none" normalizeH="0" baseline="0" dirty="0">
              <a:ln>
                <a:noFill/>
              </a:ln>
              <a:solidFill>
                <a:schemeClr val="tx1"/>
              </a:solidFill>
              <a:effectLst/>
              <a:latin typeface="Bookman Old Style" panose="020506040505050202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lang="fr-FR" altLang="fr-FR" sz="1200" dirty="0">
              <a:solidFill>
                <a:srgbClr val="0A0A0A"/>
              </a:solidFill>
              <a:latin typeface="Bookman Old Style" panose="020506040505050202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lang="fr-FR" altLang="fr-FR" sz="1200" dirty="0">
              <a:solidFill>
                <a:srgbClr val="0A0A0A"/>
              </a:solidFill>
              <a:latin typeface="Bookman Old Style" panose="02050604050505020204" pitchFamily="18" charset="0"/>
            </a:endParaRPr>
          </a:p>
          <a:p>
            <a:pPr marL="0" lvl="0" indent="0" algn="just" defTabSz="914400">
              <a:buClrTx/>
              <a:buNone/>
            </a:pPr>
            <a:endParaRPr lang="fr-FR" altLang="fr-FR" sz="1200" dirty="0">
              <a:solidFill>
                <a:srgbClr val="0A0A0A"/>
              </a:solidFill>
              <a:latin typeface="Bookman Old Style" panose="02050604050505020204" pitchFamily="18" charset="0"/>
            </a:endParaRPr>
          </a:p>
          <a:p>
            <a:endParaRPr lang="fr-FR" dirty="0"/>
          </a:p>
        </p:txBody>
      </p:sp>
      <p:sp>
        <p:nvSpPr>
          <p:cNvPr id="4" name="Espace réservé du numéro de diapositive 3"/>
          <p:cNvSpPr>
            <a:spLocks noGrp="1"/>
          </p:cNvSpPr>
          <p:nvPr>
            <p:ph type="sldNum" sz="quarter" idx="5"/>
          </p:nvPr>
        </p:nvSpPr>
        <p:spPr/>
        <p:txBody>
          <a:bodyPr/>
          <a:lstStyle/>
          <a:p>
            <a:fld id="{871BE2FB-119D-4061-B317-684AF5B45172}" type="slidenum">
              <a:rPr lang="fr-FR" smtClean="0"/>
              <a:t>13</a:t>
            </a:fld>
            <a:endParaRPr lang="fr-FR"/>
          </a:p>
        </p:txBody>
      </p:sp>
    </p:spTree>
    <p:extLst>
      <p:ext uri="{BB962C8B-B14F-4D97-AF65-F5344CB8AC3E}">
        <p14:creationId xmlns:p14="http://schemas.microsoft.com/office/powerpoint/2010/main" val="19880717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altLang="fr-FR" sz="1200" b="1" dirty="0">
                <a:solidFill>
                  <a:schemeClr val="accent4"/>
                </a:solidFill>
                <a:latin typeface="Bookman Old Style" panose="02050604050505020204" pitchFamily="18" charset="0"/>
              </a:rPr>
              <a:t>1. Menaces identifiées :</a:t>
            </a:r>
            <a:endParaRPr lang="fr-FR" altLang="fr-FR" sz="1200" b="1" dirty="0">
              <a:solidFill>
                <a:srgbClr val="0A0A0A"/>
              </a:solidFill>
              <a:latin typeface="Bookman Old Style" panose="020506040505050202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altLang="fr-FR" sz="1200" b="1" dirty="0">
                <a:solidFill>
                  <a:srgbClr val="0A0A0A"/>
                </a:solidFill>
                <a:latin typeface="Bookman Old Style" panose="02050604050505020204" pitchFamily="18" charset="0"/>
              </a:rPr>
              <a:t>Manipulation de contenus multimédias :</a:t>
            </a:r>
            <a:r>
              <a:rPr lang="fr-FR" altLang="fr-FR" sz="1200" dirty="0">
                <a:solidFill>
                  <a:srgbClr val="0A0A0A"/>
                </a:solidFill>
                <a:latin typeface="Bookman Old Style" panose="02050604050505020204" pitchFamily="18" charset="0"/>
              </a:rPr>
              <a:t> Diffusion de vidéos sorties de leur contexte ou retouchées pour attribuer aux forces de défense des exactions sur des populations civiles.</a:t>
            </a:r>
          </a:p>
          <a:p>
            <a:pPr marL="0" marR="0" lvl="0" indent="0" algn="l" defTabSz="914400" rtl="0" eaLnBrk="1" fontAlgn="auto" latinLnBrk="0" hangingPunct="1">
              <a:lnSpc>
                <a:spcPct val="100000"/>
              </a:lnSpc>
              <a:spcBef>
                <a:spcPts val="0"/>
              </a:spcBef>
              <a:spcAft>
                <a:spcPts val="0"/>
              </a:spcAft>
              <a:buClrTx/>
              <a:buSzTx/>
              <a:buFontTx/>
              <a:buNone/>
              <a:tabLst/>
              <a:defRPr/>
            </a:pPr>
            <a:r>
              <a:rPr lang="fr-FR" altLang="fr-FR" sz="1200" b="1" dirty="0">
                <a:solidFill>
                  <a:srgbClr val="0A0A0A"/>
                </a:solidFill>
                <a:latin typeface="Bookman Old Style" panose="02050604050505020204" pitchFamily="18" charset="0"/>
              </a:rPr>
              <a:t>Utilisation incontrôlée des réseaux sociaux par les personnels :</a:t>
            </a:r>
            <a:r>
              <a:rPr lang="fr-FR" altLang="fr-FR" sz="1200" dirty="0">
                <a:solidFill>
                  <a:srgbClr val="0A0A0A"/>
                </a:solidFill>
                <a:latin typeface="Bookman Old Style" panose="02050604050505020204" pitchFamily="18" charset="0"/>
              </a:rPr>
              <a:t> Des publications personnelles de militaires peuvent involontairement divulguer des informations sensibles ou nuire à l'image d'impartialité de l'institution.</a:t>
            </a:r>
          </a:p>
          <a:p>
            <a:pPr marL="0" marR="0" lvl="0" indent="0" algn="l" defTabSz="914400" rtl="0" eaLnBrk="1" fontAlgn="auto" latinLnBrk="0" hangingPunct="1">
              <a:lnSpc>
                <a:spcPct val="100000"/>
              </a:lnSpc>
              <a:spcBef>
                <a:spcPts val="0"/>
              </a:spcBef>
              <a:spcAft>
                <a:spcPts val="0"/>
              </a:spcAft>
              <a:buClrTx/>
              <a:buSzTx/>
              <a:buFontTx/>
              <a:buNone/>
              <a:tabLst/>
              <a:defRPr/>
            </a:pPr>
            <a:r>
              <a:rPr lang="fr-FR" altLang="fr-FR" sz="1200" b="1" dirty="0">
                <a:solidFill>
                  <a:srgbClr val="0A0A0A"/>
                </a:solidFill>
                <a:latin typeface="Bookman Old Style" panose="02050604050505020204" pitchFamily="18" charset="0"/>
              </a:rPr>
              <a:t>Cyber-activisme hostile :</a:t>
            </a:r>
            <a:r>
              <a:rPr lang="fr-FR" altLang="fr-FR" sz="1200" dirty="0">
                <a:solidFill>
                  <a:srgbClr val="0A0A0A"/>
                </a:solidFill>
                <a:latin typeface="Bookman Old Style" panose="02050604050505020204" pitchFamily="18" charset="0"/>
              </a:rPr>
              <a:t> Campagnes coordonnées visant à discréditer les opérations militaires (notamment dans les régions du Nord-Ouest et Sud-Ouest) par des récits de désinformation.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altLang="fr-FR" sz="1200" dirty="0">
              <a:solidFill>
                <a:srgbClr val="0A0A0A"/>
              </a:solidFill>
              <a:latin typeface="Bookman Old Style" panose="020506040505050202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altLang="fr-FR" sz="1200" b="1" dirty="0">
                <a:solidFill>
                  <a:schemeClr val="accent4"/>
                </a:solidFill>
                <a:latin typeface="Bookman Old Style" panose="02050604050505020204" pitchFamily="18" charset="0"/>
              </a:rPr>
              <a:t>2- Stratégies de Protection:</a:t>
            </a:r>
          </a:p>
          <a:p>
            <a:pPr lvl="0" algn="just" defTabSz="914400" eaLnBrk="0" fontAlgn="base" hangingPunct="0">
              <a:lnSpc>
                <a:spcPct val="120000"/>
              </a:lnSpc>
              <a:spcBef>
                <a:spcPct val="0"/>
              </a:spcBef>
              <a:spcAft>
                <a:spcPct val="0"/>
              </a:spcAft>
            </a:pPr>
            <a:r>
              <a:rPr lang="fr-FR" altLang="fr-FR" sz="1200" b="1" dirty="0">
                <a:solidFill>
                  <a:srgbClr val="0A0A0A"/>
                </a:solidFill>
                <a:latin typeface="Bookman Old Style" panose="02050604050505020204" pitchFamily="18" charset="0"/>
              </a:rPr>
              <a:t>Cadre Juridique Répressif :</a:t>
            </a:r>
          </a:p>
          <a:p>
            <a:pPr marL="171450" lvl="0" indent="-171450" algn="just" defTabSz="914400" eaLnBrk="0" fontAlgn="base" hangingPunct="0">
              <a:lnSpc>
                <a:spcPct val="120000"/>
              </a:lnSpc>
              <a:spcBef>
                <a:spcPct val="0"/>
              </a:spcBef>
              <a:spcAft>
                <a:spcPct val="0"/>
              </a:spcAft>
              <a:buFont typeface="Wingdings" panose="05000000000000000000" pitchFamily="2" charset="2"/>
              <a:buChar char="§"/>
            </a:pPr>
            <a:r>
              <a:rPr lang="fr-FR" altLang="fr-FR" sz="1200" dirty="0">
                <a:solidFill>
                  <a:srgbClr val="0A0A0A"/>
                </a:solidFill>
                <a:latin typeface="Bookman Old Style" panose="02050604050505020204" pitchFamily="18" charset="0"/>
              </a:rPr>
              <a:t>La </a:t>
            </a:r>
            <a:r>
              <a:rPr lang="fr-FR" altLang="fr-FR" sz="1200" b="1" dirty="0">
                <a:solidFill>
                  <a:srgbClr val="0A0A0A"/>
                </a:solidFill>
                <a:latin typeface="Bookman Old Style" panose="02050604050505020204" pitchFamily="18" charset="0"/>
              </a:rPr>
              <a:t>loi n°2010/012</a:t>
            </a:r>
            <a:r>
              <a:rPr lang="fr-FR" altLang="fr-FR" sz="1200" dirty="0">
                <a:solidFill>
                  <a:srgbClr val="0A0A0A"/>
                </a:solidFill>
                <a:latin typeface="Bookman Old Style" panose="02050604050505020204" pitchFamily="18" charset="0"/>
              </a:rPr>
              <a:t> relative à la cybersécurité et la cybercriminalité réprime la </a:t>
            </a:r>
            <a:r>
              <a:rPr lang="fr-FR" sz="1200" dirty="0">
                <a:latin typeface="Bookman Old Style" panose="02050604050505020204" pitchFamily="18" charset="0"/>
              </a:rPr>
              <a:t>publication de contenus haineux ou méprisants avec des peines pouvant aller jusqu'à 5 ans d'emprisonnement.</a:t>
            </a:r>
          </a:p>
          <a:p>
            <a:pPr marL="171450" lvl="0" indent="-171450" algn="just" defTabSz="914400" eaLnBrk="0" fontAlgn="base" hangingPunct="0">
              <a:lnSpc>
                <a:spcPct val="120000"/>
              </a:lnSpc>
              <a:spcBef>
                <a:spcPct val="0"/>
              </a:spcBef>
              <a:spcAft>
                <a:spcPct val="0"/>
              </a:spcAft>
              <a:buFont typeface="Wingdings" panose="05000000000000000000" pitchFamily="2" charset="2"/>
              <a:buChar char="§"/>
            </a:pPr>
            <a:r>
              <a:rPr lang="fr-FR" sz="1200" dirty="0">
                <a:latin typeface="Bookman Old Style" panose="02050604050505020204" pitchFamily="18" charset="0"/>
              </a:rPr>
              <a:t>L’</a:t>
            </a:r>
            <a:r>
              <a:rPr lang="fr-FR" sz="1200" b="1" dirty="0">
                <a:latin typeface="Bookman Old Style" panose="02050604050505020204" pitchFamily="18" charset="0"/>
              </a:rPr>
              <a:t>Agence Nationale des Technologies de l'Information et de la Communication (ANTIC)</a:t>
            </a:r>
            <a:r>
              <a:rPr lang="fr-FR" sz="1200" dirty="0">
                <a:latin typeface="Bookman Old Style" panose="02050604050505020204" pitchFamily="18" charset="0"/>
              </a:rPr>
              <a:t> collabore étroitement avec les forces de sécurité pour identifier et neutraliser les auteurs de cyber-attaques informationnelles.</a:t>
            </a:r>
          </a:p>
          <a:p>
            <a:pPr indent="360000" algn="just">
              <a:lnSpc>
                <a:spcPct val="120000"/>
              </a:lnSpc>
            </a:pPr>
            <a:r>
              <a:rPr lang="fr-FR" sz="1200" b="1" dirty="0">
                <a:latin typeface="Bookman Old Style" panose="02050604050505020204" pitchFamily="18" charset="0"/>
              </a:rPr>
              <a:t>Communication de Réplique (Contre-discours) :</a:t>
            </a:r>
          </a:p>
          <a:p>
            <a:pPr marL="171450" marR="0" lvl="0" indent="-171450" algn="just" defTabSz="914400" rtl="0" eaLnBrk="1" fontAlgn="auto" latinLnBrk="0" hangingPunct="1">
              <a:lnSpc>
                <a:spcPct val="120000"/>
              </a:lnSpc>
              <a:spcBef>
                <a:spcPts val="0"/>
              </a:spcBef>
              <a:spcAft>
                <a:spcPts val="0"/>
              </a:spcAft>
              <a:buClrTx/>
              <a:buSzTx/>
              <a:buFont typeface="Wingdings" panose="05000000000000000000" pitchFamily="2" charset="2"/>
              <a:buChar char="§"/>
              <a:tabLst/>
              <a:defRPr/>
            </a:pPr>
            <a:r>
              <a:rPr lang="fr-FR" sz="1200" dirty="0">
                <a:latin typeface="Bookman Old Style" panose="02050604050505020204" pitchFamily="18" charset="0"/>
              </a:rPr>
              <a:t>La </a:t>
            </a:r>
            <a:r>
              <a:rPr lang="fr-FR" sz="1200" b="1" dirty="0">
                <a:latin typeface="Bookman Old Style" panose="02050604050505020204" pitchFamily="18" charset="0"/>
              </a:rPr>
              <a:t>Division de la Communication (DIVCOM)</a:t>
            </a:r>
            <a:r>
              <a:rPr lang="fr-FR" sz="1200" dirty="0">
                <a:latin typeface="Bookman Old Style" panose="02050604050505020204" pitchFamily="18" charset="0"/>
              </a:rPr>
              <a:t> du Ministère de la Défense (MINDEF) intervient via des communiqués officiels et sur les réseaux sociaux pour démentir les fausses informations. En 2025 et 2026, l'accent est mis sur le rappel de l'</a:t>
            </a:r>
            <a:r>
              <a:rPr lang="fr-FR" sz="1200" b="1" dirty="0">
                <a:latin typeface="Bookman Old Style" panose="02050604050505020204" pitchFamily="18" charset="0"/>
              </a:rPr>
              <a:t>obligation de réserve</a:t>
            </a:r>
            <a:r>
              <a:rPr lang="fr-FR" sz="1200" dirty="0">
                <a:latin typeface="Bookman Old Style" panose="02050604050505020204" pitchFamily="18" charset="0"/>
              </a:rPr>
              <a:t> pour les militaires afin de limiter les fuites d'informations et les comportements inappropriés en ligne.</a:t>
            </a:r>
          </a:p>
          <a:p>
            <a:pPr marL="171450" indent="-171450" algn="just">
              <a:lnSpc>
                <a:spcPct val="120000"/>
              </a:lnSpc>
              <a:buFont typeface="Wingdings" panose="05000000000000000000" pitchFamily="2" charset="2"/>
              <a:buChar char="§"/>
            </a:pPr>
            <a:endParaRPr lang="fr-FR" sz="1200" dirty="0">
              <a:latin typeface="Bookman Old Style" panose="02050604050505020204" pitchFamily="18" charset="0"/>
            </a:endParaRPr>
          </a:p>
          <a:p>
            <a:pPr indent="360000" algn="just">
              <a:lnSpc>
                <a:spcPct val="120000"/>
              </a:lnSpc>
            </a:pPr>
            <a:r>
              <a:rPr lang="fr-FR" sz="1200" b="1" dirty="0">
                <a:latin typeface="Bookman Old Style" panose="02050604050505020204" pitchFamily="18" charset="0"/>
              </a:rPr>
              <a:t>Surveillance et Veille :</a:t>
            </a:r>
          </a:p>
          <a:p>
            <a:pPr marL="171450" marR="0" lvl="0" indent="-171450" algn="just" defTabSz="914400" rtl="0" eaLnBrk="1" fontAlgn="auto" latinLnBrk="0" hangingPunct="1">
              <a:lnSpc>
                <a:spcPct val="120000"/>
              </a:lnSpc>
              <a:spcBef>
                <a:spcPts val="0"/>
              </a:spcBef>
              <a:spcAft>
                <a:spcPts val="0"/>
              </a:spcAft>
              <a:buClrTx/>
              <a:buSzTx/>
              <a:buFont typeface="Wingdings" panose="05000000000000000000" pitchFamily="2" charset="2"/>
              <a:buChar char="§"/>
              <a:tabLst/>
              <a:defRPr/>
            </a:pPr>
            <a:r>
              <a:rPr lang="fr-FR" sz="1200" dirty="0">
                <a:latin typeface="Bookman Old Style" panose="02050604050505020204" pitchFamily="18" charset="0"/>
              </a:rPr>
              <a:t>Le gouvernement utilise des instruments de surveillance pour détecter les intrusions militaires dans le champ politique et les dérives informationnelles. Des initiatives comme le renforcement de la </a:t>
            </a:r>
            <a:r>
              <a:rPr lang="fr-FR" sz="1200" b="1" dirty="0">
                <a:latin typeface="Bookman Old Style" panose="02050604050505020204" pitchFamily="18" charset="0"/>
              </a:rPr>
              <a:t>défense numérique nationale</a:t>
            </a:r>
            <a:r>
              <a:rPr lang="fr-FR" sz="1200" dirty="0">
                <a:latin typeface="Bookman Old Style" panose="02050604050505020204" pitchFamily="18" charset="0"/>
              </a:rPr>
              <a:t> visent à sécuriser les canaux officiels contre le piratage.</a:t>
            </a:r>
            <a:endParaRPr lang="fr-FR" sz="1200" dirty="0"/>
          </a:p>
          <a:p>
            <a:pPr marL="171450" indent="-171450" algn="just">
              <a:lnSpc>
                <a:spcPct val="120000"/>
              </a:lnSpc>
              <a:buFont typeface="Wingdings" panose="05000000000000000000" pitchFamily="2" charset="2"/>
              <a:buChar char="§"/>
            </a:pPr>
            <a:endParaRPr lang="fr-FR" sz="1200" dirty="0">
              <a:latin typeface="Bookman Old Style" panose="02050604050505020204" pitchFamily="18" charset="0"/>
            </a:endParaRPr>
          </a:p>
          <a:p>
            <a:pPr marL="171450" indent="-171450" algn="just">
              <a:lnSpc>
                <a:spcPct val="120000"/>
              </a:lnSpc>
              <a:buFont typeface="Wingdings" panose="05000000000000000000" pitchFamily="2" charset="2"/>
              <a:buChar char="§"/>
            </a:pPr>
            <a:endParaRPr lang="fr-FR" sz="1200" dirty="0">
              <a:latin typeface="Bookman Old Style" panose="02050604050505020204" pitchFamily="18" charset="0"/>
            </a:endParaRP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lang="fr-FR" altLang="fr-FR" sz="1200" dirty="0">
              <a:solidFill>
                <a:srgbClr val="0A0A0A"/>
              </a:solidFill>
              <a:latin typeface="Bookman Old Style" panose="020506040505050202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fr-FR" altLang="fr-FR" sz="1200" dirty="0">
              <a:solidFill>
                <a:srgbClr val="0A0A0A"/>
              </a:solidFill>
              <a:latin typeface="Bookman Old Style" panose="020506040505050202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fr-FR" altLang="fr-FR" sz="1200" dirty="0">
              <a:solidFill>
                <a:srgbClr val="0A0A0A"/>
              </a:solidFill>
              <a:latin typeface="Bookman Old Style" panose="02050604050505020204" pitchFamily="18" charset="0"/>
            </a:endParaRPr>
          </a:p>
          <a:p>
            <a:endParaRPr lang="fr-FR" dirty="0"/>
          </a:p>
        </p:txBody>
      </p:sp>
      <p:sp>
        <p:nvSpPr>
          <p:cNvPr id="4" name="Espace réservé du numéro de diapositive 3"/>
          <p:cNvSpPr>
            <a:spLocks noGrp="1"/>
          </p:cNvSpPr>
          <p:nvPr>
            <p:ph type="sldNum" sz="quarter" idx="5"/>
          </p:nvPr>
        </p:nvSpPr>
        <p:spPr/>
        <p:txBody>
          <a:bodyPr/>
          <a:lstStyle/>
          <a:p>
            <a:fld id="{871BE2FB-119D-4061-B317-684AF5B45172}" type="slidenum">
              <a:rPr lang="fr-FR" smtClean="0"/>
              <a:t>14</a:t>
            </a:fld>
            <a:endParaRPr lang="fr-FR"/>
          </a:p>
        </p:txBody>
      </p:sp>
    </p:spTree>
    <p:extLst>
      <p:ext uri="{BB962C8B-B14F-4D97-AF65-F5344CB8AC3E}">
        <p14:creationId xmlns:p14="http://schemas.microsoft.com/office/powerpoint/2010/main" val="28061513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fr-FR"/>
              <a:t>Modifiez le style du titre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586263A5-ED9F-4814-8E96-0A03CF6942DE}" type="datetime1">
              <a:rPr lang="fr-FR" smtClean="0"/>
              <a:t>26/01/2026</a:t>
            </a:fld>
            <a:endParaRPr lang="fr-FR"/>
          </a:p>
        </p:txBody>
      </p:sp>
      <p:sp>
        <p:nvSpPr>
          <p:cNvPr id="5" name="Footer Placeholder 4"/>
          <p:cNvSpPr>
            <a:spLocks noGrp="1"/>
          </p:cNvSpPr>
          <p:nvPr>
            <p:ph type="ftr" sz="quarter" idx="11"/>
          </p:nvPr>
        </p:nvSpPr>
        <p:spPr/>
        <p:txBody>
          <a:bodyPr/>
          <a:lstStyle/>
          <a:p>
            <a:endParaRPr lang="fr-FR"/>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fr-FR"/>
          </a:p>
        </p:txBody>
      </p:sp>
      <p:sp>
        <p:nvSpPr>
          <p:cNvPr id="6" name="Slide Number Placeholder 5"/>
          <p:cNvSpPr>
            <a:spLocks noGrp="1"/>
          </p:cNvSpPr>
          <p:nvPr>
            <p:ph type="sldNum" sz="quarter" idx="12"/>
          </p:nvPr>
        </p:nvSpPr>
        <p:spPr>
          <a:xfrm>
            <a:off x="531812" y="4529540"/>
            <a:ext cx="779767" cy="365125"/>
          </a:xfrm>
          <a:prstGeom prst="rect">
            <a:avLst/>
          </a:prstGeom>
        </p:spPr>
        <p:txBody>
          <a:bodyPr/>
          <a:lstStyle/>
          <a:p>
            <a:fld id="{4EFB72C0-99D3-44BB-B7E8-F5268695D5AA}" type="slidenum">
              <a:rPr lang="fr-FR" smtClean="0"/>
              <a:t>‹N°›</a:t>
            </a:fld>
            <a:endParaRPr lang="fr-FR"/>
          </a:p>
        </p:txBody>
      </p:sp>
    </p:spTree>
    <p:extLst>
      <p:ext uri="{BB962C8B-B14F-4D97-AF65-F5344CB8AC3E}">
        <p14:creationId xmlns:p14="http://schemas.microsoft.com/office/powerpoint/2010/main" val="36167732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fr-FR"/>
              <a:t>Modifiez le style du titre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FF72B0FF-EAB6-42CE-B8D3-5D59D8D93F6C}" type="datetime1">
              <a:rPr lang="fr-FR" smtClean="0"/>
              <a:t>26/01/2026</a:t>
            </a:fld>
            <a:endParaRPr lang="fr-FR"/>
          </a:p>
        </p:txBody>
      </p:sp>
      <p:sp>
        <p:nvSpPr>
          <p:cNvPr id="5" name="Footer Placeholder 4"/>
          <p:cNvSpPr>
            <a:spLocks noGrp="1"/>
          </p:cNvSpPr>
          <p:nvPr>
            <p:ph type="ftr" sz="quarter" idx="11"/>
          </p:nvPr>
        </p:nvSpPr>
        <p:spPr/>
        <p:txBody>
          <a:bodyPr/>
          <a:lstStyle/>
          <a:p>
            <a:endParaRPr lang="fr-F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fr-FR"/>
          </a:p>
        </p:txBody>
      </p:sp>
      <p:sp>
        <p:nvSpPr>
          <p:cNvPr id="6" name="Slide Number Placeholder 5"/>
          <p:cNvSpPr>
            <a:spLocks noGrp="1"/>
          </p:cNvSpPr>
          <p:nvPr>
            <p:ph type="sldNum" sz="quarter" idx="12"/>
          </p:nvPr>
        </p:nvSpPr>
        <p:spPr>
          <a:xfrm>
            <a:off x="531812" y="787782"/>
            <a:ext cx="779767" cy="365125"/>
          </a:xfrm>
          <a:prstGeom prst="rect">
            <a:avLst/>
          </a:prstGeom>
        </p:spPr>
        <p:txBody>
          <a:bodyPr/>
          <a:lstStyle/>
          <a:p>
            <a:fld id="{4EFB72C0-99D3-44BB-B7E8-F5268695D5AA}" type="slidenum">
              <a:rPr lang="fr-FR" smtClean="0"/>
              <a:t>‹N°›</a:t>
            </a:fld>
            <a:endParaRPr lang="fr-FR"/>
          </a:p>
        </p:txBody>
      </p:sp>
    </p:spTree>
    <p:extLst>
      <p:ext uri="{BB962C8B-B14F-4D97-AF65-F5344CB8AC3E}">
        <p14:creationId xmlns:p14="http://schemas.microsoft.com/office/powerpoint/2010/main" val="16061308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a:prstGeom prst="rect">
            <a:avLst/>
          </a:prstGeom>
        </p:spPr>
        <p:txBody>
          <a:bodyPr anchor="b"/>
          <a:lstStyle>
            <a:lvl1pPr algn="l">
              <a:defRPr sz="4000" b="0" cap="none"/>
            </a:lvl1pPr>
          </a:lstStyle>
          <a:p>
            <a:r>
              <a:rPr lang="fr-FR"/>
              <a:t>Modifiez le style du titre</a:t>
            </a:r>
            <a:endParaRPr lang="en-US" dirty="0"/>
          </a:p>
        </p:txBody>
      </p:sp>
      <p:sp>
        <p:nvSpPr>
          <p:cNvPr id="3" name="Text Placeholder 2"/>
          <p:cNvSpPr>
            <a:spLocks noGrp="1"/>
          </p:cNvSpPr>
          <p:nvPr>
            <p:ph type="body" idx="1"/>
          </p:nvPr>
        </p:nvSpPr>
        <p:spPr>
          <a:xfrm>
            <a:off x="2589212" y="3530129"/>
            <a:ext cx="8915399" cy="860400"/>
          </a:xfrm>
          <a:prstGeom prst="rect">
            <a:avLst/>
          </a:prstGeo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a:xfrm>
            <a:off x="10361612" y="6130437"/>
            <a:ext cx="1146283" cy="370396"/>
          </a:xfrm>
          <a:prstGeom prst="rect">
            <a:avLst/>
          </a:prstGeom>
        </p:spPr>
        <p:txBody>
          <a:bodyPr/>
          <a:lstStyle/>
          <a:p>
            <a:fld id="{04A0DE3A-DCF0-44F6-A12C-E8121666568B}" type="datetime1">
              <a:rPr lang="fr-FR" smtClean="0"/>
              <a:t>26/01/2026</a:t>
            </a:fld>
            <a:endParaRPr lang="fr-FR"/>
          </a:p>
        </p:txBody>
      </p:sp>
      <p:sp>
        <p:nvSpPr>
          <p:cNvPr id="5" name="Footer Placeholder 4"/>
          <p:cNvSpPr>
            <a:spLocks noGrp="1"/>
          </p:cNvSpPr>
          <p:nvPr>
            <p:ph type="ftr" sz="quarter" idx="11"/>
          </p:nvPr>
        </p:nvSpPr>
        <p:spPr>
          <a:xfrm>
            <a:off x="2589212" y="6135808"/>
            <a:ext cx="7619999" cy="365125"/>
          </a:xfrm>
          <a:prstGeom prst="rect">
            <a:avLst/>
          </a:prstGeom>
        </p:spPr>
        <p:txBody>
          <a:bodyPr/>
          <a:lstStyle/>
          <a:p>
            <a:endParaRPr lang="fr-F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fr-FR"/>
          </a:p>
        </p:txBody>
      </p:sp>
      <p:sp>
        <p:nvSpPr>
          <p:cNvPr id="6" name="Slide Number Placeholder 5"/>
          <p:cNvSpPr>
            <a:spLocks noGrp="1"/>
          </p:cNvSpPr>
          <p:nvPr>
            <p:ph type="sldNum" sz="quarter" idx="12"/>
          </p:nvPr>
        </p:nvSpPr>
        <p:spPr>
          <a:xfrm>
            <a:off x="531812" y="3244139"/>
            <a:ext cx="779767" cy="365125"/>
          </a:xfrm>
          <a:prstGeom prst="rect">
            <a:avLst/>
          </a:prstGeom>
        </p:spPr>
        <p:txBody>
          <a:bodyPr/>
          <a:lstStyle/>
          <a:p>
            <a:fld id="{4EFB72C0-99D3-44BB-B7E8-F5268695D5AA}" type="slidenum">
              <a:rPr lang="fr-FR" smtClean="0"/>
              <a:t>‹N°›</a:t>
            </a:fld>
            <a:endParaRPr lang="fr-FR"/>
          </a:p>
        </p:txBody>
      </p:sp>
    </p:spTree>
    <p:extLst>
      <p:ext uri="{BB962C8B-B14F-4D97-AF65-F5344CB8AC3E}">
        <p14:creationId xmlns:p14="http://schemas.microsoft.com/office/powerpoint/2010/main" val="30266168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8" name="Title 7"/>
          <p:cNvSpPr>
            <a:spLocks noGrp="1"/>
          </p:cNvSpPr>
          <p:nvPr>
            <p:ph type="title"/>
          </p:nvPr>
        </p:nvSpPr>
        <p:spPr>
          <a:xfrm>
            <a:off x="2592924" y="624110"/>
            <a:ext cx="8911687" cy="1280890"/>
          </a:xfrm>
          <a:prstGeom prst="rect">
            <a:avLst/>
          </a:prstGeom>
        </p:spPr>
        <p:txBody>
          <a:bodyPr/>
          <a:lstStyle/>
          <a:p>
            <a:r>
              <a:rPr lang="fr-FR"/>
              <a:t>Modifiez le style du titre</a:t>
            </a:r>
            <a:endParaRPr lang="en-US" dirty="0"/>
          </a:p>
        </p:txBody>
      </p:sp>
      <p:sp>
        <p:nvSpPr>
          <p:cNvPr id="3" name="Content Placeholder 2"/>
          <p:cNvSpPr>
            <a:spLocks noGrp="1"/>
          </p:cNvSpPr>
          <p:nvPr>
            <p:ph sz="half" idx="1"/>
          </p:nvPr>
        </p:nvSpPr>
        <p:spPr>
          <a:xfrm>
            <a:off x="2589212" y="2133600"/>
            <a:ext cx="4313864" cy="3777622"/>
          </a:xfrm>
          <a:prstGeom prst="rect">
            <a:avLst/>
          </a:prstGeo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7190747" y="2126222"/>
            <a:ext cx="4313864" cy="3777622"/>
          </a:xfrm>
          <a:prstGeom prst="rect">
            <a:avLst/>
          </a:prstGeo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a:xfrm>
            <a:off x="10361612" y="6130437"/>
            <a:ext cx="1146283" cy="370396"/>
          </a:xfrm>
          <a:prstGeom prst="rect">
            <a:avLst/>
          </a:prstGeom>
        </p:spPr>
        <p:txBody>
          <a:bodyPr/>
          <a:lstStyle/>
          <a:p>
            <a:fld id="{FC718ADB-3560-4CBC-970E-D7DE6806A4E8}" type="datetime1">
              <a:rPr lang="fr-FR" smtClean="0"/>
              <a:t>26/01/2026</a:t>
            </a:fld>
            <a:endParaRPr lang="fr-FR"/>
          </a:p>
        </p:txBody>
      </p:sp>
      <p:sp>
        <p:nvSpPr>
          <p:cNvPr id="6" name="Footer Placeholder 5"/>
          <p:cNvSpPr>
            <a:spLocks noGrp="1"/>
          </p:cNvSpPr>
          <p:nvPr>
            <p:ph type="ftr" sz="quarter" idx="11"/>
          </p:nvPr>
        </p:nvSpPr>
        <p:spPr>
          <a:xfrm>
            <a:off x="2589212" y="6135808"/>
            <a:ext cx="7619999" cy="365125"/>
          </a:xfrm>
          <a:prstGeom prst="rect">
            <a:avLst/>
          </a:prstGeom>
        </p:spPr>
        <p:txBody>
          <a:bodyPr/>
          <a:lstStyle/>
          <a:p>
            <a:endParaRPr lang="fr-FR"/>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fr-FR"/>
          </a:p>
        </p:txBody>
      </p:sp>
      <p:sp>
        <p:nvSpPr>
          <p:cNvPr id="11" name="Slide Number Placeholder 5"/>
          <p:cNvSpPr>
            <a:spLocks noGrp="1"/>
          </p:cNvSpPr>
          <p:nvPr>
            <p:ph type="sldNum" sz="quarter" idx="12"/>
          </p:nvPr>
        </p:nvSpPr>
        <p:spPr>
          <a:xfrm>
            <a:off x="531812" y="787782"/>
            <a:ext cx="779767" cy="365125"/>
          </a:xfrm>
          <a:prstGeom prst="rect">
            <a:avLst/>
          </a:prstGeom>
        </p:spPr>
        <p:txBody>
          <a:bodyPr/>
          <a:lstStyle/>
          <a:p>
            <a:fld id="{4EFB72C0-99D3-44BB-B7E8-F5268695D5AA}" type="slidenum">
              <a:rPr lang="fr-FR" smtClean="0"/>
              <a:t>‹N°›</a:t>
            </a:fld>
            <a:endParaRPr lang="fr-FR"/>
          </a:p>
        </p:txBody>
      </p:sp>
    </p:spTree>
    <p:extLst>
      <p:ext uri="{BB962C8B-B14F-4D97-AF65-F5344CB8AC3E}">
        <p14:creationId xmlns:p14="http://schemas.microsoft.com/office/powerpoint/2010/main" val="39663357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 name="Title 9"/>
          <p:cNvSpPr>
            <a:spLocks noGrp="1"/>
          </p:cNvSpPr>
          <p:nvPr>
            <p:ph type="title"/>
          </p:nvPr>
        </p:nvSpPr>
        <p:spPr>
          <a:xfrm>
            <a:off x="2592924" y="624110"/>
            <a:ext cx="8911687" cy="1280890"/>
          </a:xfrm>
          <a:prstGeom prst="rect">
            <a:avLst/>
          </a:prstGeom>
        </p:spPr>
        <p:txBody>
          <a:bodyPr/>
          <a:lstStyle/>
          <a:p>
            <a:r>
              <a:rPr lang="fr-FR"/>
              <a:t>Modifiez le style du titre</a:t>
            </a:r>
            <a:endParaRPr lang="en-US" dirty="0"/>
          </a:p>
        </p:txBody>
      </p:sp>
      <p:sp>
        <p:nvSpPr>
          <p:cNvPr id="3" name="Text Placeholder 2"/>
          <p:cNvSpPr>
            <a:spLocks noGrp="1"/>
          </p:cNvSpPr>
          <p:nvPr>
            <p:ph type="body" idx="1"/>
          </p:nvPr>
        </p:nvSpPr>
        <p:spPr>
          <a:xfrm>
            <a:off x="2939373" y="1972703"/>
            <a:ext cx="3992732" cy="576262"/>
          </a:xfrm>
          <a:prstGeom prst="rect">
            <a:avLst/>
          </a:prstGeo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2589212" y="2548966"/>
            <a:ext cx="4342893" cy="3354060"/>
          </a:xfrm>
          <a:prstGeom prst="rect">
            <a:avLst/>
          </a:prstGeo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7506629" y="1969475"/>
            <a:ext cx="3999001" cy="576262"/>
          </a:xfrm>
          <a:prstGeom prst="rect">
            <a:avLst/>
          </a:prstGeo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7166957" y="2545738"/>
            <a:ext cx="4338674" cy="3354060"/>
          </a:xfrm>
          <a:prstGeom prst="rect">
            <a:avLst/>
          </a:prstGeo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a:xfrm>
            <a:off x="10361612" y="6130437"/>
            <a:ext cx="1146283" cy="370396"/>
          </a:xfrm>
          <a:prstGeom prst="rect">
            <a:avLst/>
          </a:prstGeom>
        </p:spPr>
        <p:txBody>
          <a:bodyPr/>
          <a:lstStyle/>
          <a:p>
            <a:fld id="{A2EF50AF-B3B5-4711-92E5-4B47820CED18}" type="datetime1">
              <a:rPr lang="fr-FR" smtClean="0"/>
              <a:t>26/01/2026</a:t>
            </a:fld>
            <a:endParaRPr lang="fr-FR"/>
          </a:p>
        </p:txBody>
      </p:sp>
      <p:sp>
        <p:nvSpPr>
          <p:cNvPr id="8" name="Footer Placeholder 7"/>
          <p:cNvSpPr>
            <a:spLocks noGrp="1"/>
          </p:cNvSpPr>
          <p:nvPr>
            <p:ph type="ftr" sz="quarter" idx="11"/>
          </p:nvPr>
        </p:nvSpPr>
        <p:spPr>
          <a:xfrm>
            <a:off x="2589212" y="6135808"/>
            <a:ext cx="7619999" cy="365125"/>
          </a:xfrm>
          <a:prstGeom prst="rect">
            <a:avLst/>
          </a:prstGeom>
        </p:spPr>
        <p:txBody>
          <a:bodyPr/>
          <a:lstStyle/>
          <a:p>
            <a:endParaRPr lang="fr-F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fr-FR"/>
          </a:p>
        </p:txBody>
      </p:sp>
      <p:sp>
        <p:nvSpPr>
          <p:cNvPr id="13" name="Slide Number Placeholder 5"/>
          <p:cNvSpPr>
            <a:spLocks noGrp="1"/>
          </p:cNvSpPr>
          <p:nvPr>
            <p:ph type="sldNum" sz="quarter" idx="12"/>
          </p:nvPr>
        </p:nvSpPr>
        <p:spPr>
          <a:xfrm>
            <a:off x="531812" y="787782"/>
            <a:ext cx="779767" cy="365125"/>
          </a:xfrm>
          <a:prstGeom prst="rect">
            <a:avLst/>
          </a:prstGeom>
        </p:spPr>
        <p:txBody>
          <a:bodyPr/>
          <a:lstStyle/>
          <a:p>
            <a:fld id="{4EFB72C0-99D3-44BB-B7E8-F5268695D5AA}" type="slidenum">
              <a:rPr lang="fr-FR" smtClean="0"/>
              <a:t>‹N°›</a:t>
            </a:fld>
            <a:endParaRPr lang="fr-FR"/>
          </a:p>
        </p:txBody>
      </p:sp>
    </p:spTree>
    <p:extLst>
      <p:ext uri="{BB962C8B-B14F-4D97-AF65-F5344CB8AC3E}">
        <p14:creationId xmlns:p14="http://schemas.microsoft.com/office/powerpoint/2010/main" val="33364442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a:xfrm>
            <a:off x="2592924" y="624110"/>
            <a:ext cx="8911687" cy="1280890"/>
          </a:xfrm>
          <a:prstGeom prst="rect">
            <a:avLst/>
          </a:prstGeom>
        </p:spPr>
        <p:txBody>
          <a:bodyPr/>
          <a:lstStyle/>
          <a:p>
            <a:r>
              <a:rPr lang="fr-FR"/>
              <a:t>Modifiez le style du titre</a:t>
            </a:r>
            <a:endParaRPr lang="en-US" dirty="0"/>
          </a:p>
        </p:txBody>
      </p:sp>
      <p:sp>
        <p:nvSpPr>
          <p:cNvPr id="3" name="Date Placeholder 2"/>
          <p:cNvSpPr>
            <a:spLocks noGrp="1"/>
          </p:cNvSpPr>
          <p:nvPr>
            <p:ph type="dt" sz="half" idx="10"/>
          </p:nvPr>
        </p:nvSpPr>
        <p:spPr>
          <a:xfrm>
            <a:off x="10361612" y="6130437"/>
            <a:ext cx="1146283" cy="370396"/>
          </a:xfrm>
          <a:prstGeom prst="rect">
            <a:avLst/>
          </a:prstGeom>
        </p:spPr>
        <p:txBody>
          <a:bodyPr/>
          <a:lstStyle/>
          <a:p>
            <a:fld id="{E663B2DC-D08E-4C37-A979-E284500CA97D}" type="datetime1">
              <a:rPr lang="fr-FR" smtClean="0"/>
              <a:t>26/01/2026</a:t>
            </a:fld>
            <a:endParaRPr lang="fr-FR"/>
          </a:p>
        </p:txBody>
      </p:sp>
      <p:sp>
        <p:nvSpPr>
          <p:cNvPr id="4" name="Footer Placeholder 3"/>
          <p:cNvSpPr>
            <a:spLocks noGrp="1"/>
          </p:cNvSpPr>
          <p:nvPr>
            <p:ph type="ftr" sz="quarter" idx="11"/>
          </p:nvPr>
        </p:nvSpPr>
        <p:spPr>
          <a:xfrm>
            <a:off x="2589212" y="6135808"/>
            <a:ext cx="7619999" cy="365125"/>
          </a:xfrm>
          <a:prstGeom prst="rect">
            <a:avLst/>
          </a:prstGeom>
        </p:spPr>
        <p:txBody>
          <a:bodyPr/>
          <a:lstStyle/>
          <a:p>
            <a:endParaRPr lang="fr-FR"/>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fr-FR"/>
          </a:p>
        </p:txBody>
      </p:sp>
      <p:sp>
        <p:nvSpPr>
          <p:cNvPr id="5" name="Slide Number Placeholder 4"/>
          <p:cNvSpPr>
            <a:spLocks noGrp="1"/>
          </p:cNvSpPr>
          <p:nvPr>
            <p:ph type="sldNum" sz="quarter" idx="12"/>
          </p:nvPr>
        </p:nvSpPr>
        <p:spPr>
          <a:xfrm>
            <a:off x="531812" y="787782"/>
            <a:ext cx="779767" cy="365125"/>
          </a:xfrm>
          <a:prstGeom prst="rect">
            <a:avLst/>
          </a:prstGeom>
        </p:spPr>
        <p:txBody>
          <a:bodyPr/>
          <a:lstStyle/>
          <a:p>
            <a:fld id="{4EFB72C0-99D3-44BB-B7E8-F5268695D5AA}" type="slidenum">
              <a:rPr lang="fr-FR" smtClean="0"/>
              <a:t>‹N°›</a:t>
            </a:fld>
            <a:endParaRPr lang="fr-FR"/>
          </a:p>
        </p:txBody>
      </p:sp>
    </p:spTree>
    <p:extLst>
      <p:ext uri="{BB962C8B-B14F-4D97-AF65-F5344CB8AC3E}">
        <p14:creationId xmlns:p14="http://schemas.microsoft.com/office/powerpoint/2010/main" val="2692723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10361612" y="6130437"/>
            <a:ext cx="1146283" cy="370396"/>
          </a:xfrm>
          <a:prstGeom prst="rect">
            <a:avLst/>
          </a:prstGeom>
        </p:spPr>
        <p:txBody>
          <a:bodyPr/>
          <a:lstStyle/>
          <a:p>
            <a:fld id="{09DB8C38-8B33-4EB2-A390-051962BBD184}" type="datetime1">
              <a:rPr lang="fr-FR" smtClean="0"/>
              <a:t>26/01/2026</a:t>
            </a:fld>
            <a:endParaRPr lang="fr-FR"/>
          </a:p>
        </p:txBody>
      </p:sp>
      <p:sp>
        <p:nvSpPr>
          <p:cNvPr id="3" name="Footer Placeholder 2"/>
          <p:cNvSpPr>
            <a:spLocks noGrp="1"/>
          </p:cNvSpPr>
          <p:nvPr>
            <p:ph type="ftr" sz="quarter" idx="11"/>
          </p:nvPr>
        </p:nvSpPr>
        <p:spPr>
          <a:xfrm>
            <a:off x="2589212" y="6135808"/>
            <a:ext cx="7619999" cy="365125"/>
          </a:xfrm>
          <a:prstGeom prst="rect">
            <a:avLst/>
          </a:prstGeom>
        </p:spPr>
        <p:txBody>
          <a:bodyPr/>
          <a:lstStyle/>
          <a:p>
            <a:endParaRPr lang="fr-FR"/>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fr-FR"/>
          </a:p>
        </p:txBody>
      </p:sp>
      <p:sp>
        <p:nvSpPr>
          <p:cNvPr id="4" name="Slide Number Placeholder 3"/>
          <p:cNvSpPr>
            <a:spLocks noGrp="1"/>
          </p:cNvSpPr>
          <p:nvPr>
            <p:ph type="sldNum" sz="quarter" idx="12"/>
          </p:nvPr>
        </p:nvSpPr>
        <p:spPr>
          <a:xfrm>
            <a:off x="531812" y="787782"/>
            <a:ext cx="779767" cy="365125"/>
          </a:xfrm>
          <a:prstGeom prst="rect">
            <a:avLst/>
          </a:prstGeom>
        </p:spPr>
        <p:txBody>
          <a:bodyPr/>
          <a:lstStyle/>
          <a:p>
            <a:fld id="{4EFB72C0-99D3-44BB-B7E8-F5268695D5AA}" type="slidenum">
              <a:rPr lang="fr-FR" smtClean="0"/>
              <a:t>‹N°›</a:t>
            </a:fld>
            <a:endParaRPr lang="fr-FR"/>
          </a:p>
        </p:txBody>
      </p:sp>
    </p:spTree>
    <p:extLst>
      <p:ext uri="{BB962C8B-B14F-4D97-AF65-F5344CB8AC3E}">
        <p14:creationId xmlns:p14="http://schemas.microsoft.com/office/powerpoint/2010/main" val="18554724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a:prstGeom prst="rect">
            <a:avLst/>
          </a:prstGeom>
        </p:spPr>
        <p:txBody>
          <a:bodyPr anchor="b"/>
          <a:lstStyle>
            <a:lvl1pPr algn="l">
              <a:defRPr sz="2000" b="0"/>
            </a:lvl1pPr>
          </a:lstStyle>
          <a:p>
            <a:r>
              <a:rPr lang="fr-FR"/>
              <a:t>Modifiez le style du titre</a:t>
            </a:r>
            <a:endParaRPr lang="en-US" dirty="0"/>
          </a:p>
        </p:txBody>
      </p:sp>
      <p:sp>
        <p:nvSpPr>
          <p:cNvPr id="3" name="Content Placeholder 2"/>
          <p:cNvSpPr>
            <a:spLocks noGrp="1"/>
          </p:cNvSpPr>
          <p:nvPr>
            <p:ph idx="1"/>
          </p:nvPr>
        </p:nvSpPr>
        <p:spPr>
          <a:xfrm>
            <a:off x="6323012" y="446088"/>
            <a:ext cx="5181600" cy="5414963"/>
          </a:xfrm>
          <a:prstGeom prst="rect">
            <a:avLst/>
          </a:prstGeom>
        </p:spPr>
        <p:txBody>
          <a:bodyPr anchor="ct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2589212" y="1598613"/>
            <a:ext cx="3505199" cy="4262436"/>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a:xfrm>
            <a:off x="10361612" y="6130437"/>
            <a:ext cx="1146283" cy="370396"/>
          </a:xfrm>
          <a:prstGeom prst="rect">
            <a:avLst/>
          </a:prstGeom>
        </p:spPr>
        <p:txBody>
          <a:bodyPr/>
          <a:lstStyle/>
          <a:p>
            <a:fld id="{A60B9EC7-7B31-4E74-8693-4CA74046D721}" type="datetime1">
              <a:rPr lang="fr-FR" smtClean="0"/>
              <a:t>26/01/2026</a:t>
            </a:fld>
            <a:endParaRPr lang="fr-FR"/>
          </a:p>
        </p:txBody>
      </p:sp>
      <p:sp>
        <p:nvSpPr>
          <p:cNvPr id="6" name="Footer Placeholder 5"/>
          <p:cNvSpPr>
            <a:spLocks noGrp="1"/>
          </p:cNvSpPr>
          <p:nvPr>
            <p:ph type="ftr" sz="quarter" idx="11"/>
          </p:nvPr>
        </p:nvSpPr>
        <p:spPr>
          <a:xfrm>
            <a:off x="2589212" y="6135808"/>
            <a:ext cx="7619999" cy="365125"/>
          </a:xfrm>
          <a:prstGeom prst="rect">
            <a:avLst/>
          </a:prstGeom>
        </p:spPr>
        <p:txBody>
          <a:bodyPr/>
          <a:lstStyle/>
          <a:p>
            <a:endParaRPr lang="fr-FR"/>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fr-FR"/>
          </a:p>
        </p:txBody>
      </p:sp>
      <p:sp>
        <p:nvSpPr>
          <p:cNvPr id="7" name="Slide Number Placeholder 6"/>
          <p:cNvSpPr>
            <a:spLocks noGrp="1"/>
          </p:cNvSpPr>
          <p:nvPr>
            <p:ph type="sldNum" sz="quarter" idx="12"/>
          </p:nvPr>
        </p:nvSpPr>
        <p:spPr>
          <a:xfrm>
            <a:off x="531812" y="787782"/>
            <a:ext cx="779767" cy="365125"/>
          </a:xfrm>
          <a:prstGeom prst="rect">
            <a:avLst/>
          </a:prstGeom>
        </p:spPr>
        <p:txBody>
          <a:bodyPr/>
          <a:lstStyle/>
          <a:p>
            <a:fld id="{4EFB72C0-99D3-44BB-B7E8-F5268695D5AA}" type="slidenum">
              <a:rPr lang="fr-FR" smtClean="0"/>
              <a:t>‹N°›</a:t>
            </a:fld>
            <a:endParaRPr lang="fr-FR"/>
          </a:p>
        </p:txBody>
      </p:sp>
    </p:spTree>
    <p:extLst>
      <p:ext uri="{BB962C8B-B14F-4D97-AF65-F5344CB8AC3E}">
        <p14:creationId xmlns:p14="http://schemas.microsoft.com/office/powerpoint/2010/main" val="36942158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a:prstGeom prst="rect">
            <a:avLst/>
          </a:prstGeom>
        </p:spPr>
        <p:txBody>
          <a:bodyPr anchor="b">
            <a:normAutofit/>
          </a:bodyPr>
          <a:lstStyle>
            <a:lvl1pPr algn="l">
              <a:defRPr sz="2400" b="0"/>
            </a:lvl1pPr>
          </a:lstStyle>
          <a:p>
            <a:r>
              <a:rPr lang="fr-FR"/>
              <a:t>Modifiez le style du titre</a:t>
            </a:r>
            <a:endParaRPr lang="en-US" dirty="0"/>
          </a:p>
        </p:txBody>
      </p:sp>
      <p:sp>
        <p:nvSpPr>
          <p:cNvPr id="3" name="Picture Placeholder 2"/>
          <p:cNvSpPr>
            <a:spLocks noGrp="1" noChangeAspect="1"/>
          </p:cNvSpPr>
          <p:nvPr>
            <p:ph type="pic" idx="1"/>
          </p:nvPr>
        </p:nvSpPr>
        <p:spPr>
          <a:xfrm>
            <a:off x="2589212" y="634965"/>
            <a:ext cx="8915400" cy="3854970"/>
          </a:xfrm>
          <a:prstGeom prst="rect">
            <a:avLst/>
          </a:prstGeo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2589213" y="5367338"/>
            <a:ext cx="8915400" cy="493712"/>
          </a:xfrm>
          <a:prstGeom prst="rect">
            <a:avLst/>
          </a:prstGeo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a:xfrm>
            <a:off x="10361612" y="6130437"/>
            <a:ext cx="1146283" cy="370396"/>
          </a:xfrm>
          <a:prstGeom prst="rect">
            <a:avLst/>
          </a:prstGeom>
        </p:spPr>
        <p:txBody>
          <a:bodyPr/>
          <a:lstStyle/>
          <a:p>
            <a:fld id="{253F4E1C-24A8-4A92-95F4-F6FCCB753E5E}" type="datetime1">
              <a:rPr lang="fr-FR" smtClean="0"/>
              <a:t>26/01/2026</a:t>
            </a:fld>
            <a:endParaRPr lang="fr-FR"/>
          </a:p>
        </p:txBody>
      </p:sp>
      <p:sp>
        <p:nvSpPr>
          <p:cNvPr id="6" name="Footer Placeholder 5"/>
          <p:cNvSpPr>
            <a:spLocks noGrp="1"/>
          </p:cNvSpPr>
          <p:nvPr>
            <p:ph type="ftr" sz="quarter" idx="11"/>
          </p:nvPr>
        </p:nvSpPr>
        <p:spPr>
          <a:xfrm>
            <a:off x="2589212" y="6135808"/>
            <a:ext cx="7619999" cy="365125"/>
          </a:xfrm>
          <a:prstGeom prst="rect">
            <a:avLst/>
          </a:prstGeom>
        </p:spPr>
        <p:txBody>
          <a:bodyPr/>
          <a:lstStyle/>
          <a:p>
            <a:endParaRPr lang="fr-F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fr-FR"/>
          </a:p>
        </p:txBody>
      </p:sp>
      <p:sp>
        <p:nvSpPr>
          <p:cNvPr id="7" name="Slide Number Placeholder 6"/>
          <p:cNvSpPr>
            <a:spLocks noGrp="1"/>
          </p:cNvSpPr>
          <p:nvPr>
            <p:ph type="sldNum" sz="quarter" idx="12"/>
          </p:nvPr>
        </p:nvSpPr>
        <p:spPr>
          <a:xfrm>
            <a:off x="531812" y="4983087"/>
            <a:ext cx="779767" cy="365125"/>
          </a:xfrm>
          <a:prstGeom prst="rect">
            <a:avLst/>
          </a:prstGeom>
        </p:spPr>
        <p:txBody>
          <a:bodyPr/>
          <a:lstStyle/>
          <a:p>
            <a:fld id="{4EFB72C0-99D3-44BB-B7E8-F5268695D5AA}" type="slidenum">
              <a:rPr lang="fr-FR" smtClean="0"/>
              <a:t>‹N°›</a:t>
            </a:fld>
            <a:endParaRPr lang="fr-FR"/>
          </a:p>
        </p:txBody>
      </p:sp>
    </p:spTree>
    <p:extLst>
      <p:ext uri="{BB962C8B-B14F-4D97-AF65-F5344CB8AC3E}">
        <p14:creationId xmlns:p14="http://schemas.microsoft.com/office/powerpoint/2010/main" val="7041655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a:prstGeom prst="rect">
            <a:avLst/>
          </a:prstGeom>
        </p:spPr>
        <p:txBody>
          <a:bodyPr anchor="ctr">
            <a:normAutofit/>
          </a:bodyPr>
          <a:lstStyle>
            <a:lvl1pPr algn="l">
              <a:defRPr sz="4800" b="0" cap="none"/>
            </a:lvl1pPr>
          </a:lstStyle>
          <a:p>
            <a:r>
              <a:rPr lang="fr-FR"/>
              <a:t>Modifiez le style du titre</a:t>
            </a:r>
            <a:endParaRPr lang="en-US" dirty="0"/>
          </a:p>
        </p:txBody>
      </p:sp>
      <p:sp>
        <p:nvSpPr>
          <p:cNvPr id="3" name="Text Placeholder 2"/>
          <p:cNvSpPr>
            <a:spLocks noGrp="1"/>
          </p:cNvSpPr>
          <p:nvPr>
            <p:ph type="body" idx="1"/>
          </p:nvPr>
        </p:nvSpPr>
        <p:spPr>
          <a:xfrm>
            <a:off x="2589212" y="4354046"/>
            <a:ext cx="8915399" cy="1555864"/>
          </a:xfrm>
          <a:prstGeom prst="rect">
            <a:avLst/>
          </a:prstGeo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a:xfrm>
            <a:off x="10361612" y="6130437"/>
            <a:ext cx="1146283" cy="370396"/>
          </a:xfrm>
          <a:prstGeom prst="rect">
            <a:avLst/>
          </a:prstGeom>
        </p:spPr>
        <p:txBody>
          <a:bodyPr/>
          <a:lstStyle/>
          <a:p>
            <a:fld id="{623FCA8C-E22E-497F-BEFB-491AEB2A2A0F}" type="datetime1">
              <a:rPr lang="fr-FR" smtClean="0"/>
              <a:t>26/01/2026</a:t>
            </a:fld>
            <a:endParaRPr lang="fr-FR"/>
          </a:p>
        </p:txBody>
      </p:sp>
      <p:sp>
        <p:nvSpPr>
          <p:cNvPr id="5" name="Footer Placeholder 4"/>
          <p:cNvSpPr>
            <a:spLocks noGrp="1"/>
          </p:cNvSpPr>
          <p:nvPr>
            <p:ph type="ftr" sz="quarter" idx="11"/>
          </p:nvPr>
        </p:nvSpPr>
        <p:spPr>
          <a:xfrm>
            <a:off x="2589212" y="6135808"/>
            <a:ext cx="7619999" cy="365125"/>
          </a:xfrm>
          <a:prstGeom prst="rect">
            <a:avLst/>
          </a:prstGeom>
        </p:spPr>
        <p:txBody>
          <a:bodyPr/>
          <a:lstStyle/>
          <a:p>
            <a:endParaRPr lang="fr-F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fr-FR"/>
          </a:p>
        </p:txBody>
      </p:sp>
      <p:sp>
        <p:nvSpPr>
          <p:cNvPr id="6" name="Slide Number Placeholder 5"/>
          <p:cNvSpPr>
            <a:spLocks noGrp="1"/>
          </p:cNvSpPr>
          <p:nvPr>
            <p:ph type="sldNum" sz="quarter" idx="12"/>
          </p:nvPr>
        </p:nvSpPr>
        <p:spPr>
          <a:xfrm>
            <a:off x="531812" y="3244139"/>
            <a:ext cx="779767" cy="365125"/>
          </a:xfrm>
          <a:prstGeom prst="rect">
            <a:avLst/>
          </a:prstGeom>
        </p:spPr>
        <p:txBody>
          <a:bodyPr/>
          <a:lstStyle/>
          <a:p>
            <a:fld id="{4EFB72C0-99D3-44BB-B7E8-F5268695D5AA}" type="slidenum">
              <a:rPr lang="fr-FR" smtClean="0"/>
              <a:t>‹N°›</a:t>
            </a:fld>
            <a:endParaRPr lang="fr-FR"/>
          </a:p>
        </p:txBody>
      </p:sp>
    </p:spTree>
    <p:extLst>
      <p:ext uri="{BB962C8B-B14F-4D97-AF65-F5344CB8AC3E}">
        <p14:creationId xmlns:p14="http://schemas.microsoft.com/office/powerpoint/2010/main" val="16600370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a:prstGeom prst="rect">
            <a:avLst/>
          </a:prstGeom>
        </p:spPr>
        <p:txBody>
          <a:bodyPr anchor="ctr">
            <a:normAutofit/>
          </a:bodyPr>
          <a:lstStyle>
            <a:lvl1pPr algn="l">
              <a:defRPr sz="4800" b="0" cap="none"/>
            </a:lvl1pPr>
          </a:lstStyle>
          <a:p>
            <a:r>
              <a:rPr lang="fr-FR"/>
              <a:t>Modifiez le style du titre</a:t>
            </a:r>
            <a:endParaRPr lang="en-US" dirty="0"/>
          </a:p>
        </p:txBody>
      </p:sp>
      <p:sp>
        <p:nvSpPr>
          <p:cNvPr id="13" name="Text Placeholder 9"/>
          <p:cNvSpPr>
            <a:spLocks noGrp="1"/>
          </p:cNvSpPr>
          <p:nvPr>
            <p:ph type="body" sz="quarter" idx="13"/>
          </p:nvPr>
        </p:nvSpPr>
        <p:spPr>
          <a:xfrm>
            <a:off x="3275012" y="3505200"/>
            <a:ext cx="7536554" cy="381000"/>
          </a:xfrm>
          <a:prstGeom prst="rect">
            <a:avLst/>
          </a:prstGeo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2589212" y="4354046"/>
            <a:ext cx="8915399" cy="1555864"/>
          </a:xfrm>
          <a:prstGeom prst="rect">
            <a:avLst/>
          </a:prstGeo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a:xfrm>
            <a:off x="10361612" y="6130437"/>
            <a:ext cx="1146283" cy="370396"/>
          </a:xfrm>
          <a:prstGeom prst="rect">
            <a:avLst/>
          </a:prstGeom>
        </p:spPr>
        <p:txBody>
          <a:bodyPr/>
          <a:lstStyle/>
          <a:p>
            <a:fld id="{70F3492F-1E25-43CE-8CB0-8C213E7590D4}" type="datetime1">
              <a:rPr lang="fr-FR" smtClean="0"/>
              <a:t>26/01/2026</a:t>
            </a:fld>
            <a:endParaRPr lang="fr-FR"/>
          </a:p>
        </p:txBody>
      </p:sp>
      <p:sp>
        <p:nvSpPr>
          <p:cNvPr id="5" name="Footer Placeholder 4"/>
          <p:cNvSpPr>
            <a:spLocks noGrp="1"/>
          </p:cNvSpPr>
          <p:nvPr>
            <p:ph type="ftr" sz="quarter" idx="11"/>
          </p:nvPr>
        </p:nvSpPr>
        <p:spPr>
          <a:xfrm>
            <a:off x="2589212" y="6135808"/>
            <a:ext cx="7619999" cy="365125"/>
          </a:xfrm>
          <a:prstGeom prst="rect">
            <a:avLst/>
          </a:prstGeom>
        </p:spPr>
        <p:txBody>
          <a:bodyPr/>
          <a:lstStyle/>
          <a:p>
            <a:endParaRPr lang="fr-FR"/>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fr-FR"/>
          </a:p>
        </p:txBody>
      </p:sp>
      <p:sp>
        <p:nvSpPr>
          <p:cNvPr id="6" name="Slide Number Placeholder 5"/>
          <p:cNvSpPr>
            <a:spLocks noGrp="1"/>
          </p:cNvSpPr>
          <p:nvPr>
            <p:ph type="sldNum" sz="quarter" idx="12"/>
          </p:nvPr>
        </p:nvSpPr>
        <p:spPr>
          <a:xfrm>
            <a:off x="531812" y="3244139"/>
            <a:ext cx="779767" cy="365125"/>
          </a:xfrm>
          <a:prstGeom prst="rect">
            <a:avLst/>
          </a:prstGeom>
        </p:spPr>
        <p:txBody>
          <a:bodyPr/>
          <a:lstStyle/>
          <a:p>
            <a:fld id="{4EFB72C0-99D3-44BB-B7E8-F5268695D5AA}" type="slidenum">
              <a:rPr lang="fr-FR" smtClean="0"/>
              <a:t>‹N°›</a:t>
            </a:fld>
            <a:endParaRPr lang="fr-FR"/>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0301945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a:prstGeom prst="rect">
            <a:avLst/>
          </a:prstGeom>
        </p:spPr>
        <p:txBody>
          <a:bodyPr anchor="b">
            <a:normAutofit/>
          </a:bodyPr>
          <a:lstStyle>
            <a:lvl1pPr algn="l">
              <a:defRPr sz="4800" b="0"/>
            </a:lvl1pPr>
          </a:lstStyle>
          <a:p>
            <a:r>
              <a:rPr lang="fr-FR"/>
              <a:t>Modifiez le style du titre</a:t>
            </a:r>
            <a:endParaRPr lang="en-US" dirty="0"/>
          </a:p>
        </p:txBody>
      </p:sp>
      <p:sp>
        <p:nvSpPr>
          <p:cNvPr id="4" name="Text Placeholder 3"/>
          <p:cNvSpPr>
            <a:spLocks noGrp="1"/>
          </p:cNvSpPr>
          <p:nvPr>
            <p:ph type="body" sz="half" idx="2"/>
          </p:nvPr>
        </p:nvSpPr>
        <p:spPr>
          <a:xfrm>
            <a:off x="2589213" y="5181600"/>
            <a:ext cx="8915400" cy="729622"/>
          </a:xfrm>
          <a:prstGeom prst="rect">
            <a:avLst/>
          </a:prstGeo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fr-FR"/>
              <a:t>Cliquez pour modifier les styles du texte du masque</a:t>
            </a:r>
          </a:p>
        </p:txBody>
      </p:sp>
      <p:sp>
        <p:nvSpPr>
          <p:cNvPr id="5" name="Date Placeholder 4"/>
          <p:cNvSpPr>
            <a:spLocks noGrp="1"/>
          </p:cNvSpPr>
          <p:nvPr>
            <p:ph type="dt" sz="half" idx="10"/>
          </p:nvPr>
        </p:nvSpPr>
        <p:spPr>
          <a:xfrm>
            <a:off x="10361612" y="6130437"/>
            <a:ext cx="1146283" cy="370396"/>
          </a:xfrm>
          <a:prstGeom prst="rect">
            <a:avLst/>
          </a:prstGeom>
        </p:spPr>
        <p:txBody>
          <a:bodyPr/>
          <a:lstStyle/>
          <a:p>
            <a:fld id="{097A0273-6DFE-4CCE-8511-18FD9D10B2E5}" type="datetime1">
              <a:rPr lang="fr-FR" smtClean="0"/>
              <a:t>26/01/2026</a:t>
            </a:fld>
            <a:endParaRPr lang="fr-FR"/>
          </a:p>
        </p:txBody>
      </p:sp>
      <p:sp>
        <p:nvSpPr>
          <p:cNvPr id="6" name="Footer Placeholder 5"/>
          <p:cNvSpPr>
            <a:spLocks noGrp="1"/>
          </p:cNvSpPr>
          <p:nvPr>
            <p:ph type="ftr" sz="quarter" idx="11"/>
          </p:nvPr>
        </p:nvSpPr>
        <p:spPr>
          <a:xfrm>
            <a:off x="2589212" y="6135808"/>
            <a:ext cx="7619999" cy="365125"/>
          </a:xfrm>
          <a:prstGeom prst="rect">
            <a:avLst/>
          </a:prstGeom>
        </p:spPr>
        <p:txBody>
          <a:bodyPr/>
          <a:lstStyle/>
          <a:p>
            <a:endParaRPr lang="fr-F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fr-FR"/>
          </a:p>
        </p:txBody>
      </p:sp>
      <p:sp>
        <p:nvSpPr>
          <p:cNvPr id="7" name="Slide Number Placeholder 6"/>
          <p:cNvSpPr>
            <a:spLocks noGrp="1"/>
          </p:cNvSpPr>
          <p:nvPr>
            <p:ph type="sldNum" sz="quarter" idx="12"/>
          </p:nvPr>
        </p:nvSpPr>
        <p:spPr>
          <a:xfrm>
            <a:off x="531812" y="4983087"/>
            <a:ext cx="779767" cy="365125"/>
          </a:xfrm>
          <a:prstGeom prst="rect">
            <a:avLst/>
          </a:prstGeom>
        </p:spPr>
        <p:txBody>
          <a:bodyPr/>
          <a:lstStyle/>
          <a:p>
            <a:fld id="{4EFB72C0-99D3-44BB-B7E8-F5268695D5AA}" type="slidenum">
              <a:rPr lang="fr-FR" smtClean="0"/>
              <a:t>‹N°›</a:t>
            </a:fld>
            <a:endParaRPr lang="fr-FR"/>
          </a:p>
        </p:txBody>
      </p:sp>
    </p:spTree>
    <p:extLst>
      <p:ext uri="{BB962C8B-B14F-4D97-AF65-F5344CB8AC3E}">
        <p14:creationId xmlns:p14="http://schemas.microsoft.com/office/powerpoint/2010/main" val="34866413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citation">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a:prstGeom prst="rect">
            <a:avLst/>
          </a:prstGeom>
        </p:spPr>
        <p:txBody>
          <a:bodyPr anchor="ctr">
            <a:normAutofit/>
          </a:bodyPr>
          <a:lstStyle>
            <a:lvl1pPr algn="l">
              <a:defRPr sz="4800" b="0" cap="none"/>
            </a:lvl1pPr>
          </a:lstStyle>
          <a:p>
            <a:r>
              <a:rPr lang="fr-FR"/>
              <a:t>Modifiez le style du titre</a:t>
            </a:r>
            <a:endParaRPr lang="en-US" dirty="0"/>
          </a:p>
        </p:txBody>
      </p:sp>
      <p:sp>
        <p:nvSpPr>
          <p:cNvPr id="21" name="Text Placeholder 9"/>
          <p:cNvSpPr>
            <a:spLocks noGrp="1"/>
          </p:cNvSpPr>
          <p:nvPr>
            <p:ph type="body" sz="quarter" idx="13"/>
          </p:nvPr>
        </p:nvSpPr>
        <p:spPr>
          <a:xfrm>
            <a:off x="2589212" y="4343400"/>
            <a:ext cx="8915400" cy="838200"/>
          </a:xfrm>
          <a:prstGeom prst="rect">
            <a:avLst/>
          </a:prstGeo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4" name="Text Placeholder 3"/>
          <p:cNvSpPr>
            <a:spLocks noGrp="1"/>
          </p:cNvSpPr>
          <p:nvPr>
            <p:ph type="body" sz="half" idx="2"/>
          </p:nvPr>
        </p:nvSpPr>
        <p:spPr>
          <a:xfrm>
            <a:off x="2589213" y="5181600"/>
            <a:ext cx="8915400" cy="729622"/>
          </a:xfrm>
          <a:prstGeom prst="rect">
            <a:avLst/>
          </a:prstGeo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fr-FR"/>
              <a:t>Cliquez pour modifier les styles du texte du masque</a:t>
            </a:r>
          </a:p>
        </p:txBody>
      </p:sp>
      <p:sp>
        <p:nvSpPr>
          <p:cNvPr id="5" name="Date Placeholder 4"/>
          <p:cNvSpPr>
            <a:spLocks noGrp="1"/>
          </p:cNvSpPr>
          <p:nvPr>
            <p:ph type="dt" sz="half" idx="10"/>
          </p:nvPr>
        </p:nvSpPr>
        <p:spPr>
          <a:xfrm>
            <a:off x="10361612" y="6130437"/>
            <a:ext cx="1146283" cy="370396"/>
          </a:xfrm>
          <a:prstGeom prst="rect">
            <a:avLst/>
          </a:prstGeom>
        </p:spPr>
        <p:txBody>
          <a:bodyPr/>
          <a:lstStyle/>
          <a:p>
            <a:fld id="{42FF1644-C826-463C-87EF-491B68B372B9}" type="datetime1">
              <a:rPr lang="fr-FR" smtClean="0"/>
              <a:t>26/01/2026</a:t>
            </a:fld>
            <a:endParaRPr lang="fr-FR"/>
          </a:p>
        </p:txBody>
      </p:sp>
      <p:sp>
        <p:nvSpPr>
          <p:cNvPr id="6" name="Footer Placeholder 5"/>
          <p:cNvSpPr>
            <a:spLocks noGrp="1"/>
          </p:cNvSpPr>
          <p:nvPr>
            <p:ph type="ftr" sz="quarter" idx="11"/>
          </p:nvPr>
        </p:nvSpPr>
        <p:spPr>
          <a:xfrm>
            <a:off x="2589212" y="6135808"/>
            <a:ext cx="7619999" cy="365125"/>
          </a:xfrm>
          <a:prstGeom prst="rect">
            <a:avLst/>
          </a:prstGeom>
        </p:spPr>
        <p:txBody>
          <a:bodyPr/>
          <a:lstStyle/>
          <a:p>
            <a:endParaRPr lang="fr-FR"/>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fr-FR"/>
          </a:p>
        </p:txBody>
      </p:sp>
      <p:sp>
        <p:nvSpPr>
          <p:cNvPr id="7" name="Slide Number Placeholder 6"/>
          <p:cNvSpPr>
            <a:spLocks noGrp="1"/>
          </p:cNvSpPr>
          <p:nvPr>
            <p:ph type="sldNum" sz="quarter" idx="12"/>
          </p:nvPr>
        </p:nvSpPr>
        <p:spPr>
          <a:xfrm>
            <a:off x="531812" y="4983087"/>
            <a:ext cx="779767" cy="365125"/>
          </a:xfrm>
          <a:prstGeom prst="rect">
            <a:avLst/>
          </a:prstGeom>
        </p:spPr>
        <p:txBody>
          <a:bodyPr/>
          <a:lstStyle/>
          <a:p>
            <a:fld id="{4EFB72C0-99D3-44BB-B7E8-F5268695D5AA}" type="slidenum">
              <a:rPr lang="fr-FR" smtClean="0"/>
              <a:t>‹N°›</a:t>
            </a:fld>
            <a:endParaRPr lang="fr-FR"/>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9817880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rai ou faux">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a:prstGeom prst="rect">
            <a:avLst/>
          </a:prstGeom>
        </p:spPr>
        <p:txBody>
          <a:bodyPr anchor="ctr">
            <a:normAutofit/>
          </a:bodyPr>
          <a:lstStyle>
            <a:lvl1pPr algn="l">
              <a:defRPr sz="4800" b="0"/>
            </a:lvl1pPr>
          </a:lstStyle>
          <a:p>
            <a:r>
              <a:rPr lang="fr-FR"/>
              <a:t>Modifiez le style du titre</a:t>
            </a:r>
            <a:endParaRPr lang="en-US" dirty="0"/>
          </a:p>
        </p:txBody>
      </p:sp>
      <p:sp>
        <p:nvSpPr>
          <p:cNvPr id="21" name="Text Placeholder 9"/>
          <p:cNvSpPr>
            <a:spLocks noGrp="1"/>
          </p:cNvSpPr>
          <p:nvPr>
            <p:ph type="body" sz="quarter" idx="13"/>
          </p:nvPr>
        </p:nvSpPr>
        <p:spPr>
          <a:xfrm>
            <a:off x="2589212" y="4343400"/>
            <a:ext cx="8915400" cy="838200"/>
          </a:xfrm>
          <a:prstGeom prst="rect">
            <a:avLst/>
          </a:prstGeo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4" name="Text Placeholder 3"/>
          <p:cNvSpPr>
            <a:spLocks noGrp="1"/>
          </p:cNvSpPr>
          <p:nvPr>
            <p:ph type="body" sz="half" idx="2"/>
          </p:nvPr>
        </p:nvSpPr>
        <p:spPr>
          <a:xfrm>
            <a:off x="2589213" y="5181600"/>
            <a:ext cx="8915400" cy="729622"/>
          </a:xfrm>
          <a:prstGeom prst="rect">
            <a:avLst/>
          </a:prstGeo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fr-FR"/>
              <a:t>Cliquez pour modifier les styles du texte du masque</a:t>
            </a:r>
          </a:p>
        </p:txBody>
      </p:sp>
      <p:sp>
        <p:nvSpPr>
          <p:cNvPr id="5" name="Date Placeholder 4"/>
          <p:cNvSpPr>
            <a:spLocks noGrp="1"/>
          </p:cNvSpPr>
          <p:nvPr>
            <p:ph type="dt" sz="half" idx="10"/>
          </p:nvPr>
        </p:nvSpPr>
        <p:spPr>
          <a:xfrm>
            <a:off x="10361612" y="6130437"/>
            <a:ext cx="1146283" cy="370396"/>
          </a:xfrm>
          <a:prstGeom prst="rect">
            <a:avLst/>
          </a:prstGeom>
        </p:spPr>
        <p:txBody>
          <a:bodyPr/>
          <a:lstStyle/>
          <a:p>
            <a:fld id="{3368E7F5-DA8B-4E07-90FB-32D82D21B779}" type="datetime1">
              <a:rPr lang="fr-FR" smtClean="0"/>
              <a:t>26/01/2026</a:t>
            </a:fld>
            <a:endParaRPr lang="fr-FR"/>
          </a:p>
        </p:txBody>
      </p:sp>
      <p:sp>
        <p:nvSpPr>
          <p:cNvPr id="6" name="Footer Placeholder 5"/>
          <p:cNvSpPr>
            <a:spLocks noGrp="1"/>
          </p:cNvSpPr>
          <p:nvPr>
            <p:ph type="ftr" sz="quarter" idx="11"/>
          </p:nvPr>
        </p:nvSpPr>
        <p:spPr>
          <a:xfrm>
            <a:off x="2589212" y="6135808"/>
            <a:ext cx="7619999" cy="365125"/>
          </a:xfrm>
          <a:prstGeom prst="rect">
            <a:avLst/>
          </a:prstGeom>
        </p:spPr>
        <p:txBody>
          <a:bodyPr/>
          <a:lstStyle/>
          <a:p>
            <a:endParaRPr lang="fr-F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fr-FR"/>
          </a:p>
        </p:txBody>
      </p:sp>
      <p:sp>
        <p:nvSpPr>
          <p:cNvPr id="7" name="Slide Number Placeholder 6"/>
          <p:cNvSpPr>
            <a:spLocks noGrp="1"/>
          </p:cNvSpPr>
          <p:nvPr>
            <p:ph type="sldNum" sz="quarter" idx="12"/>
          </p:nvPr>
        </p:nvSpPr>
        <p:spPr>
          <a:xfrm>
            <a:off x="531812" y="4983087"/>
            <a:ext cx="779767" cy="365125"/>
          </a:xfrm>
          <a:prstGeom prst="rect">
            <a:avLst/>
          </a:prstGeom>
        </p:spPr>
        <p:txBody>
          <a:bodyPr/>
          <a:lstStyle/>
          <a:p>
            <a:fld id="{4EFB72C0-99D3-44BB-B7E8-F5268695D5AA}" type="slidenum">
              <a:rPr lang="fr-FR" smtClean="0"/>
              <a:t>‹N°›</a:t>
            </a:fld>
            <a:endParaRPr lang="fr-FR"/>
          </a:p>
        </p:txBody>
      </p:sp>
    </p:spTree>
    <p:extLst>
      <p:ext uri="{BB962C8B-B14F-4D97-AF65-F5344CB8AC3E}">
        <p14:creationId xmlns:p14="http://schemas.microsoft.com/office/powerpoint/2010/main" val="21384824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a:xfrm>
            <a:off x="2592924" y="624110"/>
            <a:ext cx="8911687" cy="1280890"/>
          </a:xfrm>
          <a:prstGeom prst="rect">
            <a:avLst/>
          </a:prstGeom>
        </p:spPr>
        <p:txBody>
          <a:bodyPr/>
          <a:lstStyle/>
          <a:p>
            <a:r>
              <a:rPr lang="fr-FR"/>
              <a:t>Modifiez le style du titre</a:t>
            </a:r>
            <a:endParaRPr lang="en-US" dirty="0"/>
          </a:p>
        </p:txBody>
      </p:sp>
      <p:sp>
        <p:nvSpPr>
          <p:cNvPr id="3" name="Vertical Text Placeholder 2"/>
          <p:cNvSpPr>
            <a:spLocks noGrp="1"/>
          </p:cNvSpPr>
          <p:nvPr>
            <p:ph type="body" orient="vert" idx="1"/>
          </p:nvPr>
        </p:nvSpPr>
        <p:spPr>
          <a:xfrm>
            <a:off x="2589212" y="2133600"/>
            <a:ext cx="8915400" cy="3886200"/>
          </a:xfrm>
          <a:prstGeom prst="rect">
            <a:avLst/>
          </a:prstGeom>
        </p:spPr>
        <p:txBody>
          <a:bodyPr vert="eaVert" ancho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a:xfrm>
            <a:off x="10361612" y="6130437"/>
            <a:ext cx="1146283" cy="370396"/>
          </a:xfrm>
          <a:prstGeom prst="rect">
            <a:avLst/>
          </a:prstGeom>
        </p:spPr>
        <p:txBody>
          <a:bodyPr/>
          <a:lstStyle/>
          <a:p>
            <a:fld id="{F408AF0F-D282-4E01-98B0-99A93A62D0F8}" type="datetime1">
              <a:rPr lang="fr-FR" smtClean="0"/>
              <a:t>26/01/2026</a:t>
            </a:fld>
            <a:endParaRPr lang="fr-FR"/>
          </a:p>
        </p:txBody>
      </p:sp>
      <p:sp>
        <p:nvSpPr>
          <p:cNvPr id="5" name="Footer Placeholder 4"/>
          <p:cNvSpPr>
            <a:spLocks noGrp="1"/>
          </p:cNvSpPr>
          <p:nvPr>
            <p:ph type="ftr" sz="quarter" idx="11"/>
          </p:nvPr>
        </p:nvSpPr>
        <p:spPr>
          <a:xfrm>
            <a:off x="2589212" y="6135808"/>
            <a:ext cx="7619999" cy="365125"/>
          </a:xfrm>
          <a:prstGeom prst="rect">
            <a:avLst/>
          </a:prstGeom>
        </p:spPr>
        <p:txBody>
          <a:bodyPr/>
          <a:lstStyle/>
          <a:p>
            <a:endParaRPr lang="fr-F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fr-FR"/>
          </a:p>
        </p:txBody>
      </p:sp>
      <p:sp>
        <p:nvSpPr>
          <p:cNvPr id="6" name="Slide Number Placeholder 5"/>
          <p:cNvSpPr>
            <a:spLocks noGrp="1"/>
          </p:cNvSpPr>
          <p:nvPr>
            <p:ph type="sldNum" sz="quarter" idx="12"/>
          </p:nvPr>
        </p:nvSpPr>
        <p:spPr>
          <a:xfrm>
            <a:off x="531812" y="787782"/>
            <a:ext cx="779767" cy="365125"/>
          </a:xfrm>
          <a:prstGeom prst="rect">
            <a:avLst/>
          </a:prstGeom>
        </p:spPr>
        <p:txBody>
          <a:bodyPr/>
          <a:lstStyle/>
          <a:p>
            <a:fld id="{4EFB72C0-99D3-44BB-B7E8-F5268695D5AA}" type="slidenum">
              <a:rPr lang="fr-FR" smtClean="0"/>
              <a:t>‹N°›</a:t>
            </a:fld>
            <a:endParaRPr lang="fr-FR"/>
          </a:p>
        </p:txBody>
      </p:sp>
    </p:spTree>
    <p:extLst>
      <p:ext uri="{BB962C8B-B14F-4D97-AF65-F5344CB8AC3E}">
        <p14:creationId xmlns:p14="http://schemas.microsoft.com/office/powerpoint/2010/main" val="2899585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a:prstGeom prst="rect">
            <a:avLst/>
          </a:prstGeom>
        </p:spPr>
        <p:txBody>
          <a:bodyPr vert="eaVert" anchor="ctr"/>
          <a:lstStyle/>
          <a:p>
            <a:r>
              <a:rPr lang="fr-FR"/>
              <a:t>Modifiez le style du titre</a:t>
            </a:r>
            <a:endParaRPr lang="en-US" dirty="0"/>
          </a:p>
        </p:txBody>
      </p:sp>
      <p:sp>
        <p:nvSpPr>
          <p:cNvPr id="3" name="Vertical Text Placeholder 2"/>
          <p:cNvSpPr>
            <a:spLocks noGrp="1"/>
          </p:cNvSpPr>
          <p:nvPr>
            <p:ph type="body" orient="vert" idx="1"/>
          </p:nvPr>
        </p:nvSpPr>
        <p:spPr>
          <a:xfrm>
            <a:off x="2589212" y="627405"/>
            <a:ext cx="6477000" cy="5283817"/>
          </a:xfrm>
          <a:prstGeom prst="rect">
            <a:avLst/>
          </a:prstGeo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a:xfrm>
            <a:off x="10361612" y="6130437"/>
            <a:ext cx="1146283" cy="370396"/>
          </a:xfrm>
          <a:prstGeom prst="rect">
            <a:avLst/>
          </a:prstGeom>
        </p:spPr>
        <p:txBody>
          <a:bodyPr/>
          <a:lstStyle/>
          <a:p>
            <a:fld id="{AB210A99-B14A-4089-A112-537FAE79A84E}" type="datetime1">
              <a:rPr lang="fr-FR" smtClean="0"/>
              <a:t>26/01/2026</a:t>
            </a:fld>
            <a:endParaRPr lang="fr-FR"/>
          </a:p>
        </p:txBody>
      </p:sp>
      <p:sp>
        <p:nvSpPr>
          <p:cNvPr id="5" name="Footer Placeholder 4"/>
          <p:cNvSpPr>
            <a:spLocks noGrp="1"/>
          </p:cNvSpPr>
          <p:nvPr>
            <p:ph type="ftr" sz="quarter" idx="11"/>
          </p:nvPr>
        </p:nvSpPr>
        <p:spPr>
          <a:xfrm>
            <a:off x="2589212" y="6135808"/>
            <a:ext cx="7619999" cy="365125"/>
          </a:xfrm>
          <a:prstGeom prst="rect">
            <a:avLst/>
          </a:prstGeom>
        </p:spPr>
        <p:txBody>
          <a:bodyPr/>
          <a:lstStyle/>
          <a:p>
            <a:endParaRPr lang="fr-F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fr-FR"/>
          </a:p>
        </p:txBody>
      </p:sp>
      <p:sp>
        <p:nvSpPr>
          <p:cNvPr id="6" name="Slide Number Placeholder 5"/>
          <p:cNvSpPr>
            <a:spLocks noGrp="1"/>
          </p:cNvSpPr>
          <p:nvPr>
            <p:ph type="sldNum" sz="quarter" idx="12"/>
          </p:nvPr>
        </p:nvSpPr>
        <p:spPr>
          <a:xfrm>
            <a:off x="531812" y="787782"/>
            <a:ext cx="779767" cy="365125"/>
          </a:xfrm>
          <a:prstGeom prst="rect">
            <a:avLst/>
          </a:prstGeom>
        </p:spPr>
        <p:txBody>
          <a:bodyPr/>
          <a:lstStyle/>
          <a:p>
            <a:fld id="{4EFB72C0-99D3-44BB-B7E8-F5268695D5AA}" type="slidenum">
              <a:rPr lang="fr-FR" smtClean="0"/>
              <a:t>‹N°›</a:t>
            </a:fld>
            <a:endParaRPr lang="fr-FR"/>
          </a:p>
        </p:txBody>
      </p:sp>
    </p:spTree>
    <p:extLst>
      <p:ext uri="{BB962C8B-B14F-4D97-AF65-F5344CB8AC3E}">
        <p14:creationId xmlns:p14="http://schemas.microsoft.com/office/powerpoint/2010/main" val="2417709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fr-FR"/>
            </a:p>
          </p:txBody>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fr-FR"/>
            </a:p>
          </p:txBody>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fr-FR"/>
            </a:p>
          </p:txBody>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fr-FR"/>
            </a:p>
          </p:txBody>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fr-FR"/>
            </a:p>
          </p:txBody>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fr-FR"/>
            </a:p>
          </p:txBody>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fr-FR"/>
            </a:p>
          </p:txBody>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fr-FR"/>
            </a:p>
          </p:txBody>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fr-FR"/>
            </a:p>
          </p:txBody>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fr-FR"/>
            </a:p>
          </p:txBody>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fr-FR"/>
            </a:p>
          </p:txBody>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fr-FR"/>
            </a:p>
          </p:txBody>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fr-FR"/>
            </a:p>
          </p:txBody>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fr-FR"/>
            </a:p>
          </p:txBody>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fr-FR"/>
            </a:p>
          </p:txBody>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fr-FR"/>
            </a:p>
          </p:txBody>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fr-FR"/>
            </a:p>
          </p:txBody>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fr-FR"/>
            </a:p>
          </p:txBody>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fr-FR"/>
            </a:p>
          </p:txBody>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fr-FR"/>
            </a:p>
          </p:txBody>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fr-FR"/>
            </a:p>
          </p:txBody>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fr-FR"/>
            </a:p>
          </p:txBody>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fr-FR"/>
            </a:p>
          </p:txBody>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fr-FR"/>
            </a:p>
          </p:txBody>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fr-FR"/>
              <a:t>Modifiez le style du titre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0D00FCE9-840A-4A70-A5D1-4BF5ECF4CBB9}" type="datetime1">
              <a:rPr lang="fr-FR" smtClean="0"/>
              <a:t>26/01/2026</a:t>
            </a:fld>
            <a:endParaRPr lang="fr-FR"/>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fr-FR"/>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4EFB72C0-99D3-44BB-B7E8-F5268695D5AA}" type="slidenum">
              <a:rPr lang="fr-FR" smtClean="0"/>
              <a:t>‹N°›</a:t>
            </a:fld>
            <a:endParaRPr lang="fr-FR"/>
          </a:p>
        </p:txBody>
      </p:sp>
    </p:spTree>
    <p:extLst>
      <p:ext uri="{BB962C8B-B14F-4D97-AF65-F5344CB8AC3E}">
        <p14:creationId xmlns:p14="http://schemas.microsoft.com/office/powerpoint/2010/main" val="917369067"/>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0" r:id="rId16"/>
  </p:sldLayoutIdLst>
  <p:hf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3" Type="http://schemas.openxmlformats.org/officeDocument/2006/relationships/diagramData" Target="../diagrams/data3.xml"/><Relationship Id="rId18" Type="http://schemas.openxmlformats.org/officeDocument/2006/relationships/diagramData" Target="../diagrams/data4.xml"/><Relationship Id="rId26" Type="http://schemas.openxmlformats.org/officeDocument/2006/relationships/diagramColors" Target="../diagrams/colors5.xml"/><Relationship Id="rId39" Type="http://schemas.openxmlformats.org/officeDocument/2006/relationships/diagramLayout" Target="../diagrams/layout8.xml"/><Relationship Id="rId21" Type="http://schemas.openxmlformats.org/officeDocument/2006/relationships/diagramColors" Target="../diagrams/colors4.xml"/><Relationship Id="rId34" Type="http://schemas.openxmlformats.org/officeDocument/2006/relationships/diagramLayout" Target="../diagrams/layout7.xml"/><Relationship Id="rId42" Type="http://schemas.microsoft.com/office/2007/relationships/diagramDrawing" Target="../diagrams/drawing8.xml"/><Relationship Id="rId47" Type="http://schemas.microsoft.com/office/2007/relationships/diagramDrawing" Target="../diagrams/drawing9.xml"/><Relationship Id="rId7" Type="http://schemas.microsoft.com/office/2007/relationships/diagramDrawing" Target="../diagrams/drawing1.xml"/><Relationship Id="rId2" Type="http://schemas.openxmlformats.org/officeDocument/2006/relationships/notesSlide" Target="../notesSlides/notesSlide1.xml"/><Relationship Id="rId16" Type="http://schemas.openxmlformats.org/officeDocument/2006/relationships/diagramColors" Target="../diagrams/colors3.xml"/><Relationship Id="rId29" Type="http://schemas.openxmlformats.org/officeDocument/2006/relationships/diagramLayout" Target="../diagrams/layout6.xml"/><Relationship Id="rId1" Type="http://schemas.openxmlformats.org/officeDocument/2006/relationships/slideLayout" Target="../slideLayouts/slideLayout5.xml"/><Relationship Id="rId6" Type="http://schemas.openxmlformats.org/officeDocument/2006/relationships/diagramColors" Target="../diagrams/colors1.xml"/><Relationship Id="rId11" Type="http://schemas.openxmlformats.org/officeDocument/2006/relationships/diagramColors" Target="../diagrams/colors2.xml"/><Relationship Id="rId24" Type="http://schemas.openxmlformats.org/officeDocument/2006/relationships/diagramLayout" Target="../diagrams/layout5.xml"/><Relationship Id="rId32" Type="http://schemas.microsoft.com/office/2007/relationships/diagramDrawing" Target="../diagrams/drawing6.xml"/><Relationship Id="rId37" Type="http://schemas.microsoft.com/office/2007/relationships/diagramDrawing" Target="../diagrams/drawing7.xml"/><Relationship Id="rId40" Type="http://schemas.openxmlformats.org/officeDocument/2006/relationships/diagramQuickStyle" Target="../diagrams/quickStyle8.xml"/><Relationship Id="rId45" Type="http://schemas.openxmlformats.org/officeDocument/2006/relationships/diagramQuickStyle" Target="../diagrams/quickStyle9.xml"/><Relationship Id="rId5" Type="http://schemas.openxmlformats.org/officeDocument/2006/relationships/diagramQuickStyle" Target="../diagrams/quickStyle1.xml"/><Relationship Id="rId15" Type="http://schemas.openxmlformats.org/officeDocument/2006/relationships/diagramQuickStyle" Target="../diagrams/quickStyle3.xml"/><Relationship Id="rId23" Type="http://schemas.openxmlformats.org/officeDocument/2006/relationships/diagramData" Target="../diagrams/data5.xml"/><Relationship Id="rId28" Type="http://schemas.openxmlformats.org/officeDocument/2006/relationships/diagramData" Target="../diagrams/data6.xml"/><Relationship Id="rId36" Type="http://schemas.openxmlformats.org/officeDocument/2006/relationships/diagramColors" Target="../diagrams/colors7.xml"/><Relationship Id="rId10" Type="http://schemas.openxmlformats.org/officeDocument/2006/relationships/diagramQuickStyle" Target="../diagrams/quickStyle2.xml"/><Relationship Id="rId19" Type="http://schemas.openxmlformats.org/officeDocument/2006/relationships/diagramLayout" Target="../diagrams/layout4.xml"/><Relationship Id="rId31" Type="http://schemas.openxmlformats.org/officeDocument/2006/relationships/diagramColors" Target="../diagrams/colors6.xml"/><Relationship Id="rId44" Type="http://schemas.openxmlformats.org/officeDocument/2006/relationships/diagramLayout" Target="../diagrams/layout9.xml"/><Relationship Id="rId4" Type="http://schemas.openxmlformats.org/officeDocument/2006/relationships/diagramLayout" Target="../diagrams/layout1.xml"/><Relationship Id="rId9" Type="http://schemas.openxmlformats.org/officeDocument/2006/relationships/diagramLayout" Target="../diagrams/layout2.xml"/><Relationship Id="rId14" Type="http://schemas.openxmlformats.org/officeDocument/2006/relationships/diagramLayout" Target="../diagrams/layout3.xml"/><Relationship Id="rId22" Type="http://schemas.microsoft.com/office/2007/relationships/diagramDrawing" Target="../diagrams/drawing4.xml"/><Relationship Id="rId27" Type="http://schemas.microsoft.com/office/2007/relationships/diagramDrawing" Target="../diagrams/drawing5.xml"/><Relationship Id="rId30" Type="http://schemas.openxmlformats.org/officeDocument/2006/relationships/diagramQuickStyle" Target="../diagrams/quickStyle6.xml"/><Relationship Id="rId35" Type="http://schemas.openxmlformats.org/officeDocument/2006/relationships/diagramQuickStyle" Target="../diagrams/quickStyle7.xml"/><Relationship Id="rId43" Type="http://schemas.openxmlformats.org/officeDocument/2006/relationships/diagramData" Target="../diagrams/data9.xml"/><Relationship Id="rId8" Type="http://schemas.openxmlformats.org/officeDocument/2006/relationships/diagramData" Target="../diagrams/data2.xml"/><Relationship Id="rId3" Type="http://schemas.openxmlformats.org/officeDocument/2006/relationships/diagramData" Target="../diagrams/data1.xml"/><Relationship Id="rId12" Type="http://schemas.microsoft.com/office/2007/relationships/diagramDrawing" Target="../diagrams/drawing2.xml"/><Relationship Id="rId17" Type="http://schemas.microsoft.com/office/2007/relationships/diagramDrawing" Target="../diagrams/drawing3.xml"/><Relationship Id="rId25" Type="http://schemas.openxmlformats.org/officeDocument/2006/relationships/diagramQuickStyle" Target="../diagrams/quickStyle5.xml"/><Relationship Id="rId33" Type="http://schemas.openxmlformats.org/officeDocument/2006/relationships/diagramData" Target="../diagrams/data7.xml"/><Relationship Id="rId38" Type="http://schemas.openxmlformats.org/officeDocument/2006/relationships/diagramData" Target="../diagrams/data8.xml"/><Relationship Id="rId46" Type="http://schemas.openxmlformats.org/officeDocument/2006/relationships/diagramColors" Target="../diagrams/colors9.xml"/><Relationship Id="rId20" Type="http://schemas.openxmlformats.org/officeDocument/2006/relationships/diagramQuickStyle" Target="../diagrams/quickStyle4.xml"/><Relationship Id="rId41" Type="http://schemas.openxmlformats.org/officeDocument/2006/relationships/diagramColors" Target="../diagrams/colors8.xml"/></Relationships>
</file>

<file path=ppt/slides/_rels/slide3.xml.rels><?xml version="1.0" encoding="UTF-8" standalone="yes"?>
<Relationships xmlns="http://schemas.openxmlformats.org/package/2006/relationships"><Relationship Id="rId8" Type="http://schemas.openxmlformats.org/officeDocument/2006/relationships/hyperlink" Target="https://24hdansuneredaction.com/web/8-pratiquer-la-verification-des-faits/" TargetMode="External"/><Relationship Id="rId3" Type="http://schemas.openxmlformats.org/officeDocument/2006/relationships/image" Target="../media/image1.jpg"/><Relationship Id="rId7" Type="http://schemas.openxmlformats.org/officeDocument/2006/relationships/image" Target="../media/image3.jpg"/><Relationship Id="rId12" Type="http://schemas.openxmlformats.org/officeDocument/2006/relationships/hyperlink" Target="https://thebluediamondgallery.com/legal/legislation.html" TargetMode="External"/><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hyperlink" Target="https://www.fundeu.es/recomendacion/granja-de-clics-mejor-que-click-farm/" TargetMode="External"/><Relationship Id="rId11" Type="http://schemas.openxmlformats.org/officeDocument/2006/relationships/image" Target="../media/image5.jpg"/><Relationship Id="rId5" Type="http://schemas.openxmlformats.org/officeDocument/2006/relationships/image" Target="../media/image2.jpg"/><Relationship Id="rId10" Type="http://schemas.openxmlformats.org/officeDocument/2006/relationships/hyperlink" Target="https://www.oercommons.org/courseware/lesson/70154" TargetMode="External"/><Relationship Id="rId4" Type="http://schemas.openxmlformats.org/officeDocument/2006/relationships/hyperlink" Target="https://www.inteldig.com/2019/07/adobe-entrena-inteligencia-artificial-para-detectar-deepfakes/" TargetMode="External"/><Relationship Id="rId9" Type="http://schemas.openxmlformats.org/officeDocument/2006/relationships/image" Target="../media/image4.jpg"/></Relationships>
</file>

<file path=ppt/slides/_rels/slide4.xml.rels><?xml version="1.0" encoding="UTF-8" standalone="yes"?>
<Relationships xmlns="http://schemas.openxmlformats.org/package/2006/relationships"><Relationship Id="rId8" Type="http://schemas.openxmlformats.org/officeDocument/2006/relationships/hyperlink" Target="https://www.frontiersin.org/articles/10.3389/fnhum.2016.00626/full" TargetMode="External"/><Relationship Id="rId3" Type="http://schemas.openxmlformats.org/officeDocument/2006/relationships/image" Target="../media/image6.jpg"/><Relationship Id="rId7" Type="http://schemas.openxmlformats.org/officeDocument/2006/relationships/image" Target="../media/image8.jp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hyperlink" Target="https://isias.lautre.net/spip.php?article883" TargetMode="External"/><Relationship Id="rId5" Type="http://schemas.openxmlformats.org/officeDocument/2006/relationships/image" Target="../media/image7.jpg"/><Relationship Id="rId4" Type="http://schemas.openxmlformats.org/officeDocument/2006/relationships/hyperlink" Target="https://www.duperrin.com/2017/09/14/securite-privacy-donnees/"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hyperlink" Target="https://www.nexsys.it/servizio-backup-aziendale/"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hyperlink" Target="https://www.flickr.com/photos/dugspr/6906130482/" TargetMode="Externa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hyperlink" Target="https://www.openaccessgovernment.org/article/human-centirc-artificial-intelligence-frontier-research-building-industry-capability/155691/" TargetMode="External"/><Relationship Id="rId5" Type="http://schemas.openxmlformats.org/officeDocument/2006/relationships/image" Target="../media/image12.jpg"/><Relationship Id="rId4" Type="http://schemas.openxmlformats.org/officeDocument/2006/relationships/hyperlink" Target="https://www.pressmyweb.com/actualites-du-web/evenements/open-web/"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hyperlink" Target="https://www.collectifpourlemploi.com/formation-professionnelle-signification-et-importance-des-formations-en-entreprise/" TargetMode="External"/><Relationship Id="rId5" Type="http://schemas.openxmlformats.org/officeDocument/2006/relationships/image" Target="../media/image14.png"/><Relationship Id="rId4" Type="http://schemas.openxmlformats.org/officeDocument/2006/relationships/hyperlink" Target="https://bionet.scenari-community.org/Methodes_outils_PSE/co/Site_synergie.html" TargetMode="External"/></Relationships>
</file>

<file path=ppt/slides/_rels/slide11.xml.rels><?xml version="1.0" encoding="UTF-8" standalone="yes"?>
<Relationships xmlns="http://schemas.openxmlformats.org/package/2006/relationships"><Relationship Id="rId8" Type="http://schemas.openxmlformats.org/officeDocument/2006/relationships/hyperlink" Target="https://pixabay.com/es/illustrations/seguridad-cibern%C3%A9tica-protecci%C3%B3n-3400657/" TargetMode="External"/><Relationship Id="rId3" Type="http://schemas.openxmlformats.org/officeDocument/2006/relationships/image" Target="../media/image15.jpg"/><Relationship Id="rId7" Type="http://schemas.openxmlformats.org/officeDocument/2006/relationships/image" Target="../media/image17.jp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hyperlink" Target="https://vonkrafft.fr/actus/visitez-les-data-center-de-google/" TargetMode="External"/><Relationship Id="rId5" Type="http://schemas.openxmlformats.org/officeDocument/2006/relationships/image" Target="../media/image16.jpg"/><Relationship Id="rId4" Type="http://schemas.openxmlformats.org/officeDocument/2006/relationships/hyperlink" Target="https://lamanchuelasistemasmicroinformaticos.blogspot.com/"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hyperlink" Target="https://christiannews.net/2024/01/01/terrorists-kill-two-christians-on-christmas-in-nigeria/" TargetMode="External"/><Relationship Id="rId5" Type="http://schemas.openxmlformats.org/officeDocument/2006/relationships/image" Target="../media/image19.jpg"/><Relationship Id="rId4" Type="http://schemas.openxmlformats.org/officeDocument/2006/relationships/hyperlink" Target="https://morningstarnews.org/2019/03/boko-haram-militants-terrify-residents-in-attacks-in-northeast-nigeria/"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pixabay.com/de/illustrations/treffen-beziehung-gesch%C3%A4ft-1020337/" TargetMode="External"/><Relationship Id="rId2" Type="http://schemas.openxmlformats.org/officeDocument/2006/relationships/image" Target="../media/image20.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528E6043-B548-EEC9-8BAA-5BDAA5019E29}"/>
              </a:ext>
            </a:extLst>
          </p:cNvPr>
          <p:cNvSpPr>
            <a:spLocks noGrp="1"/>
          </p:cNvSpPr>
          <p:nvPr>
            <p:ph type="title"/>
          </p:nvPr>
        </p:nvSpPr>
        <p:spPr>
          <a:xfrm>
            <a:off x="1805903" y="787782"/>
            <a:ext cx="4163623" cy="798971"/>
          </a:xfrm>
        </p:spPr>
        <p:txBody>
          <a:bodyPr>
            <a:normAutofit/>
          </a:bodyPr>
          <a:lstStyle/>
          <a:p>
            <a:pPr algn="ctr"/>
            <a:r>
              <a:rPr lang="fr-FR" sz="2400" b="1" dirty="0">
                <a:solidFill>
                  <a:schemeClr val="bg2">
                    <a:lumMod val="25000"/>
                  </a:schemeClr>
                </a:solidFill>
                <a:latin typeface="Bookman Old Style" panose="02050604050505020204" pitchFamily="18" charset="0"/>
                <a:ea typeface="+mn-ea"/>
                <a:cs typeface="+mn-cs"/>
              </a:rPr>
              <a:t>EXPOSE N°1</a:t>
            </a:r>
          </a:p>
        </p:txBody>
      </p:sp>
      <p:sp>
        <p:nvSpPr>
          <p:cNvPr id="6" name="Espace réservé du contenu 5">
            <a:extLst>
              <a:ext uri="{FF2B5EF4-FFF2-40B4-BE49-F238E27FC236}">
                <a16:creationId xmlns:a16="http://schemas.microsoft.com/office/drawing/2014/main" id="{9CAD5C91-1E9F-2231-72A3-926A96A239CC}"/>
              </a:ext>
            </a:extLst>
          </p:cNvPr>
          <p:cNvSpPr>
            <a:spLocks noGrp="1"/>
          </p:cNvSpPr>
          <p:nvPr>
            <p:ph sz="half" idx="1"/>
          </p:nvPr>
        </p:nvSpPr>
        <p:spPr>
          <a:xfrm>
            <a:off x="4155555" y="2036927"/>
            <a:ext cx="6303898" cy="1575494"/>
          </a:xfrm>
        </p:spPr>
        <p:txBody>
          <a:bodyPr>
            <a:noAutofit/>
          </a:bodyPr>
          <a:lstStyle/>
          <a:p>
            <a:pPr algn="ctr"/>
            <a:r>
              <a:rPr lang="fr-FR" sz="2400" b="1" u="sng" dirty="0">
                <a:solidFill>
                  <a:schemeClr val="tx1"/>
                </a:solidFill>
                <a:latin typeface="Bookman Old Style" panose="02050604050505020204" pitchFamily="18" charset="0"/>
              </a:rPr>
              <a:t>THEME</a:t>
            </a:r>
            <a:r>
              <a:rPr lang="fr-FR" sz="2000" dirty="0">
                <a:solidFill>
                  <a:schemeClr val="tx1"/>
                </a:solidFill>
                <a:latin typeface="Bookman Old Style" panose="02050604050505020204" pitchFamily="18" charset="0"/>
              </a:rPr>
              <a:t>: </a:t>
            </a:r>
            <a:r>
              <a:rPr lang="fr-FR" sz="2400" b="1" dirty="0">
                <a:solidFill>
                  <a:schemeClr val="bg2">
                    <a:lumMod val="25000"/>
                  </a:schemeClr>
                </a:solidFill>
                <a:latin typeface="Bookman Old Style" panose="02050604050505020204" pitchFamily="18" charset="0"/>
              </a:rPr>
              <a:t>Protection de l’image des forces armées face aux menaces cyber informationnelles</a:t>
            </a:r>
            <a:endParaRPr lang="fr-FR" sz="2400" b="1" dirty="0">
              <a:solidFill>
                <a:schemeClr val="bg2">
                  <a:lumMod val="25000"/>
                </a:schemeClr>
              </a:solidFill>
            </a:endParaRPr>
          </a:p>
        </p:txBody>
      </p:sp>
      <p:sp>
        <p:nvSpPr>
          <p:cNvPr id="7" name="Espace réservé du contenu 6">
            <a:extLst>
              <a:ext uri="{FF2B5EF4-FFF2-40B4-BE49-F238E27FC236}">
                <a16:creationId xmlns:a16="http://schemas.microsoft.com/office/drawing/2014/main" id="{CF505C5B-CBD7-3A95-099F-5C1E0BBC9E70}"/>
              </a:ext>
            </a:extLst>
          </p:cNvPr>
          <p:cNvSpPr>
            <a:spLocks noGrp="1"/>
          </p:cNvSpPr>
          <p:nvPr>
            <p:ph sz="half" idx="2"/>
          </p:nvPr>
        </p:nvSpPr>
        <p:spPr>
          <a:xfrm>
            <a:off x="921695" y="5714715"/>
            <a:ext cx="4313864" cy="955028"/>
          </a:xfrm>
        </p:spPr>
        <p:txBody>
          <a:bodyPr>
            <a:normAutofit/>
          </a:bodyPr>
          <a:lstStyle/>
          <a:p>
            <a:pPr algn="ctr"/>
            <a:r>
              <a:rPr lang="fr-FR" sz="2000" u="sng" dirty="0">
                <a:solidFill>
                  <a:schemeClr val="accent1"/>
                </a:solidFill>
                <a:latin typeface="Bookman Old Style" panose="02050604050505020204" pitchFamily="18" charset="0"/>
              </a:rPr>
              <a:t>PRESENTE PAR LE S/C NGANTI ALAIN</a:t>
            </a:r>
            <a:endParaRPr lang="fr-FR" sz="2000" dirty="0"/>
          </a:p>
        </p:txBody>
      </p:sp>
      <p:sp>
        <p:nvSpPr>
          <p:cNvPr id="4" name="Espace réservé du numéro de diapositive 3">
            <a:extLst>
              <a:ext uri="{FF2B5EF4-FFF2-40B4-BE49-F238E27FC236}">
                <a16:creationId xmlns:a16="http://schemas.microsoft.com/office/drawing/2014/main" id="{74816007-4A61-D6EF-1960-AE921FCCB0F1}"/>
              </a:ext>
            </a:extLst>
          </p:cNvPr>
          <p:cNvSpPr>
            <a:spLocks noGrp="1"/>
          </p:cNvSpPr>
          <p:nvPr>
            <p:ph type="sldNum" sz="quarter" idx="12"/>
          </p:nvPr>
        </p:nvSpPr>
        <p:spPr/>
        <p:txBody>
          <a:bodyPr/>
          <a:lstStyle/>
          <a:p>
            <a:fld id="{4EFB72C0-99D3-44BB-B7E8-F5268695D5AA}" type="slidenum">
              <a:rPr lang="fr-FR" smtClean="0"/>
              <a:t>1</a:t>
            </a:fld>
            <a:endParaRPr lang="fr-FR"/>
          </a:p>
        </p:txBody>
      </p:sp>
      <p:sp>
        <p:nvSpPr>
          <p:cNvPr id="8" name="Flèche : droite 7">
            <a:extLst>
              <a:ext uri="{FF2B5EF4-FFF2-40B4-BE49-F238E27FC236}">
                <a16:creationId xmlns:a16="http://schemas.microsoft.com/office/drawing/2014/main" id="{C02E86E4-6469-12D9-E808-B66FDE0A98C9}"/>
              </a:ext>
            </a:extLst>
          </p:cNvPr>
          <p:cNvSpPr/>
          <p:nvPr/>
        </p:nvSpPr>
        <p:spPr>
          <a:xfrm>
            <a:off x="8877282" y="294842"/>
            <a:ext cx="587871" cy="36512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000" dirty="0">
              <a:latin typeface="Bookman Old Style" panose="02050604050505020204" pitchFamily="18" charset="0"/>
            </a:endParaRPr>
          </a:p>
        </p:txBody>
      </p:sp>
      <p:sp>
        <p:nvSpPr>
          <p:cNvPr id="2" name="Titre 4">
            <a:extLst>
              <a:ext uri="{FF2B5EF4-FFF2-40B4-BE49-F238E27FC236}">
                <a16:creationId xmlns:a16="http://schemas.microsoft.com/office/drawing/2014/main" id="{46A55395-4315-546C-0273-824DBC35E3F9}"/>
              </a:ext>
            </a:extLst>
          </p:cNvPr>
          <p:cNvSpPr txBox="1">
            <a:spLocks/>
          </p:cNvSpPr>
          <p:nvPr/>
        </p:nvSpPr>
        <p:spPr>
          <a:xfrm>
            <a:off x="8993081" y="187627"/>
            <a:ext cx="3009529" cy="472341"/>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fr-FR" sz="2400" b="1" dirty="0">
                <a:solidFill>
                  <a:schemeClr val="bg2">
                    <a:lumMod val="25000"/>
                  </a:schemeClr>
                </a:solidFill>
                <a:latin typeface="Bookman Old Style" panose="02050604050505020204" pitchFamily="18" charset="0"/>
                <a:ea typeface="+mn-ea"/>
                <a:cs typeface="+mn-cs"/>
              </a:rPr>
              <a:t>Plan détaillé</a:t>
            </a:r>
          </a:p>
        </p:txBody>
      </p:sp>
    </p:spTree>
    <p:extLst>
      <p:ext uri="{BB962C8B-B14F-4D97-AF65-F5344CB8AC3E}">
        <p14:creationId xmlns:p14="http://schemas.microsoft.com/office/powerpoint/2010/main" val="2372324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strVal val="#ppt_h"/>
                                          </p:val>
                                        </p:tav>
                                        <p:tav tm="100000">
                                          <p:val>
                                            <p:strVal val="#ppt_h"/>
                                          </p:val>
                                        </p:tav>
                                      </p:tavLst>
                                    </p:anim>
                                  </p:childTnLst>
                                </p:cTn>
                              </p:par>
                              <p:par>
                                <p:cTn id="9" presetID="17" presetClass="entr" presetSubtype="10" fill="hold" grpId="0" nodeType="with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anim calcmode="lin" valueType="num">
                                      <p:cBhvr>
                                        <p:cTn id="11" dur="500" fill="hold"/>
                                        <p:tgtEl>
                                          <p:spTgt spid="6">
                                            <p:txEl>
                                              <p:pRg st="0" end="0"/>
                                            </p:txEl>
                                          </p:spTgt>
                                        </p:tgtEl>
                                        <p:attrNameLst>
                                          <p:attrName>ppt_w</p:attrName>
                                        </p:attrNameLst>
                                      </p:cBhvr>
                                      <p:tavLst>
                                        <p:tav tm="0">
                                          <p:val>
                                            <p:fltVal val="0"/>
                                          </p:val>
                                        </p:tav>
                                        <p:tav tm="100000">
                                          <p:val>
                                            <p:strVal val="#ppt_w"/>
                                          </p:val>
                                        </p:tav>
                                      </p:tavLst>
                                    </p:anim>
                                    <p:anim calcmode="lin" valueType="num">
                                      <p:cBhvr>
                                        <p:cTn id="12" dur="500" fill="hold"/>
                                        <p:tgtEl>
                                          <p:spTgt spid="6">
                                            <p:txEl>
                                              <p:pRg st="0" end="0"/>
                                            </p:txEl>
                                          </p:spTgt>
                                        </p:tgtEl>
                                        <p:attrNameLst>
                                          <p:attrName>ppt_h</p:attrName>
                                        </p:attrNameLst>
                                      </p:cBhvr>
                                      <p:tavLst>
                                        <p:tav tm="0">
                                          <p:val>
                                            <p:strVal val="#ppt_h"/>
                                          </p:val>
                                        </p:tav>
                                        <p:tav tm="100000">
                                          <p:val>
                                            <p:strVal val="#ppt_h"/>
                                          </p:val>
                                        </p:tav>
                                      </p:tavLst>
                                    </p:anim>
                                  </p:childTnLst>
                                </p:cTn>
                              </p:par>
                              <p:par>
                                <p:cTn id="13" presetID="17" presetClass="entr" presetSubtype="10" fill="hold" grpId="0" nodeType="with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anim calcmode="lin" valueType="num">
                                      <p:cBhvr>
                                        <p:cTn id="15" dur="500" fill="hold"/>
                                        <p:tgtEl>
                                          <p:spTgt spid="7">
                                            <p:txEl>
                                              <p:pRg st="0" end="0"/>
                                            </p:txEl>
                                          </p:spTgt>
                                        </p:tgtEl>
                                        <p:attrNameLst>
                                          <p:attrName>ppt_w</p:attrName>
                                        </p:attrNameLst>
                                      </p:cBhvr>
                                      <p:tavLst>
                                        <p:tav tm="0">
                                          <p:val>
                                            <p:fltVal val="0"/>
                                          </p:val>
                                        </p:tav>
                                        <p:tav tm="100000">
                                          <p:val>
                                            <p:strVal val="#ppt_w"/>
                                          </p:val>
                                        </p:tav>
                                      </p:tavLst>
                                    </p:anim>
                                    <p:anim calcmode="lin" valueType="num">
                                      <p:cBhvr>
                                        <p:cTn id="16" dur="500" fill="hold"/>
                                        <p:tgtEl>
                                          <p:spTgt spid="7">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7" fill="hold">
                      <p:stCondLst>
                        <p:cond delay="indefinite"/>
                      </p:stCondLst>
                      <p:childTnLst>
                        <p:par>
                          <p:cTn id="18" fill="hold">
                            <p:stCondLst>
                              <p:cond delay="0"/>
                            </p:stCondLst>
                            <p:childTnLst>
                              <p:par>
                                <p:cTn id="19" presetID="2" presetClass="exit" presetSubtype="4" fill="hold" grpId="1" nodeType="clickEffect">
                                  <p:stCondLst>
                                    <p:cond delay="0"/>
                                  </p:stCondLst>
                                  <p:childTnLst>
                                    <p:anim calcmode="lin" valueType="num">
                                      <p:cBhvr additive="base">
                                        <p:cTn id="20" dur="500"/>
                                        <p:tgtEl>
                                          <p:spTgt spid="5"/>
                                        </p:tgtEl>
                                        <p:attrNameLst>
                                          <p:attrName>ppt_x</p:attrName>
                                        </p:attrNameLst>
                                      </p:cBhvr>
                                      <p:tavLst>
                                        <p:tav tm="0">
                                          <p:val>
                                            <p:strVal val="ppt_x"/>
                                          </p:val>
                                        </p:tav>
                                        <p:tav tm="100000">
                                          <p:val>
                                            <p:strVal val="ppt_x"/>
                                          </p:val>
                                        </p:tav>
                                      </p:tavLst>
                                    </p:anim>
                                    <p:anim calcmode="lin" valueType="num">
                                      <p:cBhvr additive="base">
                                        <p:cTn id="21" dur="500"/>
                                        <p:tgtEl>
                                          <p:spTgt spid="5"/>
                                        </p:tgtEl>
                                        <p:attrNameLst>
                                          <p:attrName>ppt_y</p:attrName>
                                        </p:attrNameLst>
                                      </p:cBhvr>
                                      <p:tavLst>
                                        <p:tav tm="0">
                                          <p:val>
                                            <p:strVal val="ppt_y"/>
                                          </p:val>
                                        </p:tav>
                                        <p:tav tm="100000">
                                          <p:val>
                                            <p:strVal val="1+ppt_h/2"/>
                                          </p:val>
                                        </p:tav>
                                      </p:tavLst>
                                    </p:anim>
                                    <p:set>
                                      <p:cBhvr>
                                        <p:cTn id="22" dur="1" fill="hold">
                                          <p:stCondLst>
                                            <p:cond delay="499"/>
                                          </p:stCondLst>
                                        </p:cTn>
                                        <p:tgtEl>
                                          <p:spTgt spid="5"/>
                                        </p:tgtEl>
                                        <p:attrNameLst>
                                          <p:attrName>style.visibility</p:attrName>
                                        </p:attrNameLst>
                                      </p:cBhvr>
                                      <p:to>
                                        <p:strVal val="hidden"/>
                                      </p:to>
                                    </p:set>
                                  </p:childTnLst>
                                </p:cTn>
                              </p:par>
                              <p:par>
                                <p:cTn id="23" presetID="2" presetClass="exit" presetSubtype="4" fill="hold" grpId="1" nodeType="withEffect">
                                  <p:stCondLst>
                                    <p:cond delay="0"/>
                                  </p:stCondLst>
                                  <p:childTnLst>
                                    <p:anim calcmode="lin" valueType="num">
                                      <p:cBhvr additive="base">
                                        <p:cTn id="24" dur="500"/>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25" dur="500"/>
                                        <p:tgtEl>
                                          <p:spTgt spid="6">
                                            <p:txEl>
                                              <p:pRg st="0" end="0"/>
                                            </p:txEl>
                                          </p:spTgt>
                                        </p:tgtEl>
                                        <p:attrNameLst>
                                          <p:attrName>ppt_y</p:attrName>
                                        </p:attrNameLst>
                                      </p:cBhvr>
                                      <p:tavLst>
                                        <p:tav tm="0">
                                          <p:val>
                                            <p:strVal val="ppt_y"/>
                                          </p:val>
                                        </p:tav>
                                        <p:tav tm="100000">
                                          <p:val>
                                            <p:strVal val="1+ppt_h/2"/>
                                          </p:val>
                                        </p:tav>
                                      </p:tavLst>
                                    </p:anim>
                                    <p:set>
                                      <p:cBhvr>
                                        <p:cTn id="26" dur="1" fill="hold">
                                          <p:stCondLst>
                                            <p:cond delay="499"/>
                                          </p:stCondLst>
                                        </p:cTn>
                                        <p:tgtEl>
                                          <p:spTgt spid="6">
                                            <p:txEl>
                                              <p:pRg st="0" end="0"/>
                                            </p:txEl>
                                          </p:spTgt>
                                        </p:tgtEl>
                                        <p:attrNameLst>
                                          <p:attrName>style.visibility</p:attrName>
                                        </p:attrNameLst>
                                      </p:cBhvr>
                                      <p:to>
                                        <p:strVal val="hidden"/>
                                      </p:to>
                                    </p:set>
                                  </p:childTnLst>
                                </p:cTn>
                              </p:par>
                              <p:par>
                                <p:cTn id="27" presetID="2" presetClass="exit" presetSubtype="4" fill="hold" grpId="1" nodeType="withEffect">
                                  <p:stCondLst>
                                    <p:cond delay="0"/>
                                  </p:stCondLst>
                                  <p:childTnLst>
                                    <p:anim calcmode="lin" valueType="num">
                                      <p:cBhvr additive="base">
                                        <p:cTn id="28" dur="500"/>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29" dur="500"/>
                                        <p:tgtEl>
                                          <p:spTgt spid="7">
                                            <p:txEl>
                                              <p:pRg st="0" end="0"/>
                                            </p:txEl>
                                          </p:spTgt>
                                        </p:tgtEl>
                                        <p:attrNameLst>
                                          <p:attrName>ppt_y</p:attrName>
                                        </p:attrNameLst>
                                      </p:cBhvr>
                                      <p:tavLst>
                                        <p:tav tm="0">
                                          <p:val>
                                            <p:strVal val="ppt_y"/>
                                          </p:val>
                                        </p:tav>
                                        <p:tav tm="100000">
                                          <p:val>
                                            <p:strVal val="1+ppt_h/2"/>
                                          </p:val>
                                        </p:tav>
                                      </p:tavLst>
                                    </p:anim>
                                    <p:set>
                                      <p:cBhvr>
                                        <p:cTn id="30" dur="1" fill="hold">
                                          <p:stCondLst>
                                            <p:cond delay="499"/>
                                          </p:stCondLst>
                                        </p:cTn>
                                        <p:tgtEl>
                                          <p:spTgt spid="7">
                                            <p:txEl>
                                              <p:pRg st="0" end="0"/>
                                            </p:txEl>
                                          </p:spTgt>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7" presetClass="entr" presetSubtype="10" fill="hold" grpId="0" nodeType="clickEffect">
                                  <p:stCondLst>
                                    <p:cond delay="0"/>
                                  </p:stCondLst>
                                  <p:childTnLst>
                                    <p:set>
                                      <p:cBhvr>
                                        <p:cTn id="34" dur="1" fill="hold">
                                          <p:stCondLst>
                                            <p:cond delay="0"/>
                                          </p:stCondLst>
                                        </p:cTn>
                                        <p:tgtEl>
                                          <p:spTgt spid="2"/>
                                        </p:tgtEl>
                                        <p:attrNameLst>
                                          <p:attrName>style.visibility</p:attrName>
                                        </p:attrNameLst>
                                      </p:cBhvr>
                                      <p:to>
                                        <p:strVal val="visible"/>
                                      </p:to>
                                    </p:set>
                                    <p:anim calcmode="lin" valueType="num">
                                      <p:cBhvr>
                                        <p:cTn id="35" dur="500" fill="hold"/>
                                        <p:tgtEl>
                                          <p:spTgt spid="2"/>
                                        </p:tgtEl>
                                        <p:attrNameLst>
                                          <p:attrName>ppt_w</p:attrName>
                                        </p:attrNameLst>
                                      </p:cBhvr>
                                      <p:tavLst>
                                        <p:tav tm="0">
                                          <p:val>
                                            <p:fltVal val="0"/>
                                          </p:val>
                                        </p:tav>
                                        <p:tav tm="100000">
                                          <p:val>
                                            <p:strVal val="#ppt_w"/>
                                          </p:val>
                                        </p:tav>
                                      </p:tavLst>
                                    </p:anim>
                                    <p:anim calcmode="lin" valueType="num">
                                      <p:cBhvr>
                                        <p:cTn id="36" dur="500" fill="hold"/>
                                        <p:tgtEl>
                                          <p:spTgt spid="2"/>
                                        </p:tgtEl>
                                        <p:attrNameLst>
                                          <p:attrName>ppt_h</p:attrName>
                                        </p:attrNameLst>
                                      </p:cBhvr>
                                      <p:tavLst>
                                        <p:tav tm="0">
                                          <p:val>
                                            <p:strVal val="#ppt_h"/>
                                          </p:val>
                                        </p:tav>
                                        <p:tav tm="100000">
                                          <p:val>
                                            <p:strVal val="#ppt_h"/>
                                          </p:val>
                                        </p:tav>
                                      </p:tavLst>
                                    </p:anim>
                                  </p:childTnLst>
                                </p:cTn>
                              </p:par>
                              <p:par>
                                <p:cTn id="37" presetID="17" presetClass="entr" presetSubtype="10" fill="hold" grpId="0" nodeType="withEffect">
                                  <p:stCondLst>
                                    <p:cond delay="0"/>
                                  </p:stCondLst>
                                  <p:childTnLst>
                                    <p:set>
                                      <p:cBhvr>
                                        <p:cTn id="38" dur="1" fill="hold">
                                          <p:stCondLst>
                                            <p:cond delay="0"/>
                                          </p:stCondLst>
                                        </p:cTn>
                                        <p:tgtEl>
                                          <p:spTgt spid="8"/>
                                        </p:tgtEl>
                                        <p:attrNameLst>
                                          <p:attrName>style.visibility</p:attrName>
                                        </p:attrNameLst>
                                      </p:cBhvr>
                                      <p:to>
                                        <p:strVal val="visible"/>
                                      </p:to>
                                    </p:set>
                                    <p:anim calcmode="lin" valueType="num">
                                      <p:cBhvr>
                                        <p:cTn id="39" dur="500" fill="hold"/>
                                        <p:tgtEl>
                                          <p:spTgt spid="8"/>
                                        </p:tgtEl>
                                        <p:attrNameLst>
                                          <p:attrName>ppt_w</p:attrName>
                                        </p:attrNameLst>
                                      </p:cBhvr>
                                      <p:tavLst>
                                        <p:tav tm="0">
                                          <p:val>
                                            <p:fltVal val="0"/>
                                          </p:val>
                                        </p:tav>
                                        <p:tav tm="100000">
                                          <p:val>
                                            <p:strVal val="#ppt_w"/>
                                          </p:val>
                                        </p:tav>
                                      </p:tavLst>
                                    </p:anim>
                                    <p:anim calcmode="lin" valueType="num">
                                      <p:cBhvr>
                                        <p:cTn id="40" dur="500" fill="hold"/>
                                        <p:tgtEl>
                                          <p:spTgt spid="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6" grpId="0" build="p"/>
      <p:bldP spid="6" grpId="1" build="p"/>
      <p:bldP spid="7" grpId="0" build="p"/>
      <p:bldP spid="7" grpId="1" build="p"/>
      <p:bldP spid="8" grpId="0" animBg="1"/>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Diagramme 18">
            <a:extLst>
              <a:ext uri="{FF2B5EF4-FFF2-40B4-BE49-F238E27FC236}">
                <a16:creationId xmlns:a16="http://schemas.microsoft.com/office/drawing/2014/main" id="{6E684FCD-0CFC-BC31-752C-21E4138828E0}"/>
              </a:ext>
            </a:extLst>
          </p:cNvPr>
          <p:cNvGraphicFramePr/>
          <p:nvPr>
            <p:extLst>
              <p:ext uri="{D42A27DB-BD31-4B8C-83A1-F6EECF244321}">
                <p14:modId xmlns:p14="http://schemas.microsoft.com/office/powerpoint/2010/main" val="972801620"/>
              </p:ext>
            </p:extLst>
          </p:nvPr>
        </p:nvGraphicFramePr>
        <p:xfrm>
          <a:off x="4808978" y="687221"/>
          <a:ext cx="4523098" cy="66577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2" name="Espace réservé du contenu 1">
            <a:extLst>
              <a:ext uri="{FF2B5EF4-FFF2-40B4-BE49-F238E27FC236}">
                <a16:creationId xmlns:a16="http://schemas.microsoft.com/office/drawing/2014/main" id="{FDF21834-7247-DEBD-6A6A-91A434CD6F57}"/>
              </a:ext>
            </a:extLst>
          </p:cNvPr>
          <p:cNvGraphicFramePr>
            <a:graphicFrameLocks noGrp="1"/>
          </p:cNvGraphicFramePr>
          <p:nvPr>
            <p:ph sz="half" idx="2"/>
            <p:extLst>
              <p:ext uri="{D42A27DB-BD31-4B8C-83A1-F6EECF244321}">
                <p14:modId xmlns:p14="http://schemas.microsoft.com/office/powerpoint/2010/main" val="4027377895"/>
              </p:ext>
            </p:extLst>
          </p:nvPr>
        </p:nvGraphicFramePr>
        <p:xfrm>
          <a:off x="686368" y="1669174"/>
          <a:ext cx="4342893" cy="1166031"/>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8" name="Espace réservé du contenu 7">
            <a:extLst>
              <a:ext uri="{FF2B5EF4-FFF2-40B4-BE49-F238E27FC236}">
                <a16:creationId xmlns:a16="http://schemas.microsoft.com/office/drawing/2014/main" id="{F4A6482D-86DA-7BB2-0BB8-9A196E328054}"/>
              </a:ext>
            </a:extLst>
          </p:cNvPr>
          <p:cNvGraphicFramePr>
            <a:graphicFrameLocks noGrp="1"/>
          </p:cNvGraphicFramePr>
          <p:nvPr>
            <p:ph sz="quarter" idx="4"/>
            <p:extLst>
              <p:ext uri="{D42A27DB-BD31-4B8C-83A1-F6EECF244321}">
                <p14:modId xmlns:p14="http://schemas.microsoft.com/office/powerpoint/2010/main" val="3089965885"/>
              </p:ext>
            </p:extLst>
          </p:nvPr>
        </p:nvGraphicFramePr>
        <p:xfrm>
          <a:off x="7162741" y="1734179"/>
          <a:ext cx="4692376" cy="907149"/>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
        <p:nvSpPr>
          <p:cNvPr id="4" name="Espace réservé du numéro de diapositive 3">
            <a:extLst>
              <a:ext uri="{FF2B5EF4-FFF2-40B4-BE49-F238E27FC236}">
                <a16:creationId xmlns:a16="http://schemas.microsoft.com/office/drawing/2014/main" id="{3FF2E81F-123B-793F-9564-2E4BEB3CB542}"/>
              </a:ext>
            </a:extLst>
          </p:cNvPr>
          <p:cNvSpPr>
            <a:spLocks noGrp="1"/>
          </p:cNvSpPr>
          <p:nvPr>
            <p:ph type="sldNum" sz="quarter" idx="12"/>
          </p:nvPr>
        </p:nvSpPr>
        <p:spPr/>
        <p:txBody>
          <a:bodyPr/>
          <a:lstStyle/>
          <a:p>
            <a:fld id="{4EFB72C0-99D3-44BB-B7E8-F5268695D5AA}" type="slidenum">
              <a:rPr lang="fr-FR" smtClean="0"/>
              <a:t>2</a:t>
            </a:fld>
            <a:endParaRPr lang="fr-FR"/>
          </a:p>
        </p:txBody>
      </p:sp>
      <p:graphicFrame>
        <p:nvGraphicFramePr>
          <p:cNvPr id="15" name="Diagramme 14">
            <a:extLst>
              <a:ext uri="{FF2B5EF4-FFF2-40B4-BE49-F238E27FC236}">
                <a16:creationId xmlns:a16="http://schemas.microsoft.com/office/drawing/2014/main" id="{F8AA1238-F722-264A-8034-45F55E02439A}"/>
              </a:ext>
            </a:extLst>
          </p:cNvPr>
          <p:cNvGraphicFramePr/>
          <p:nvPr>
            <p:extLst>
              <p:ext uri="{D42A27DB-BD31-4B8C-83A1-F6EECF244321}">
                <p14:modId xmlns:p14="http://schemas.microsoft.com/office/powerpoint/2010/main" val="971518587"/>
              </p:ext>
            </p:extLst>
          </p:nvPr>
        </p:nvGraphicFramePr>
        <p:xfrm>
          <a:off x="456032" y="3268867"/>
          <a:ext cx="5422231" cy="971930"/>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graphicFrame>
        <p:nvGraphicFramePr>
          <p:cNvPr id="17" name="Diagramme 16">
            <a:extLst>
              <a:ext uri="{FF2B5EF4-FFF2-40B4-BE49-F238E27FC236}">
                <a16:creationId xmlns:a16="http://schemas.microsoft.com/office/drawing/2014/main" id="{725B78F9-C44D-8BCF-7F96-EC94BA821A23}"/>
              </a:ext>
            </a:extLst>
          </p:cNvPr>
          <p:cNvGraphicFramePr/>
          <p:nvPr>
            <p:extLst>
              <p:ext uri="{D42A27DB-BD31-4B8C-83A1-F6EECF244321}">
                <p14:modId xmlns:p14="http://schemas.microsoft.com/office/powerpoint/2010/main" val="1682030855"/>
              </p:ext>
            </p:extLst>
          </p:nvPr>
        </p:nvGraphicFramePr>
        <p:xfrm>
          <a:off x="6620960" y="3323785"/>
          <a:ext cx="5422231" cy="907149"/>
        </p:xfrm>
        <a:graphic>
          <a:graphicData uri="http://schemas.openxmlformats.org/drawingml/2006/diagram">
            <dgm:relIds xmlns:dgm="http://schemas.openxmlformats.org/drawingml/2006/diagram" xmlns:r="http://schemas.openxmlformats.org/officeDocument/2006/relationships" r:dm="rId23" r:lo="rId24" r:qs="rId25" r:cs="rId26"/>
          </a:graphicData>
        </a:graphic>
      </p:graphicFrame>
      <p:graphicFrame>
        <p:nvGraphicFramePr>
          <p:cNvPr id="18" name="Diagramme 17">
            <a:extLst>
              <a:ext uri="{FF2B5EF4-FFF2-40B4-BE49-F238E27FC236}">
                <a16:creationId xmlns:a16="http://schemas.microsoft.com/office/drawing/2014/main" id="{37BA0EE9-0F50-FF88-C852-878A1A7215EB}"/>
              </a:ext>
            </a:extLst>
          </p:cNvPr>
          <p:cNvGraphicFramePr/>
          <p:nvPr>
            <p:extLst>
              <p:ext uri="{D42A27DB-BD31-4B8C-83A1-F6EECF244321}">
                <p14:modId xmlns:p14="http://schemas.microsoft.com/office/powerpoint/2010/main" val="2788508747"/>
              </p:ext>
            </p:extLst>
          </p:nvPr>
        </p:nvGraphicFramePr>
        <p:xfrm>
          <a:off x="3926663" y="4586122"/>
          <a:ext cx="4338674" cy="770393"/>
        </p:xfrm>
        <a:graphic>
          <a:graphicData uri="http://schemas.openxmlformats.org/drawingml/2006/diagram">
            <dgm:relIds xmlns:dgm="http://schemas.openxmlformats.org/drawingml/2006/diagram" xmlns:r="http://schemas.openxmlformats.org/officeDocument/2006/relationships" r:dm="rId28" r:lo="rId29" r:qs="rId30" r:cs="rId31"/>
          </a:graphicData>
        </a:graphic>
      </p:graphicFrame>
      <p:graphicFrame>
        <p:nvGraphicFramePr>
          <p:cNvPr id="20" name="Diagramme 19">
            <a:extLst>
              <a:ext uri="{FF2B5EF4-FFF2-40B4-BE49-F238E27FC236}">
                <a16:creationId xmlns:a16="http://schemas.microsoft.com/office/drawing/2014/main" id="{5834961B-03AC-1BD2-7D71-9CFD4FBCD84F}"/>
              </a:ext>
            </a:extLst>
          </p:cNvPr>
          <p:cNvGraphicFramePr/>
          <p:nvPr>
            <p:extLst>
              <p:ext uri="{D42A27DB-BD31-4B8C-83A1-F6EECF244321}">
                <p14:modId xmlns:p14="http://schemas.microsoft.com/office/powerpoint/2010/main" val="1925387064"/>
              </p:ext>
            </p:extLst>
          </p:nvPr>
        </p:nvGraphicFramePr>
        <p:xfrm>
          <a:off x="4372313" y="5628734"/>
          <a:ext cx="3583050" cy="770393"/>
        </p:xfrm>
        <a:graphic>
          <a:graphicData uri="http://schemas.openxmlformats.org/drawingml/2006/diagram">
            <dgm:relIds xmlns:dgm="http://schemas.openxmlformats.org/drawingml/2006/diagram" xmlns:r="http://schemas.openxmlformats.org/officeDocument/2006/relationships" r:dm="rId33" r:lo="rId34" r:qs="rId35" r:cs="rId36"/>
          </a:graphicData>
        </a:graphic>
      </p:graphicFrame>
      <p:graphicFrame>
        <p:nvGraphicFramePr>
          <p:cNvPr id="21" name="Diagramme 20">
            <a:extLst>
              <a:ext uri="{FF2B5EF4-FFF2-40B4-BE49-F238E27FC236}">
                <a16:creationId xmlns:a16="http://schemas.microsoft.com/office/drawing/2014/main" id="{CAF8BAAB-1D47-A7D9-3A4B-EC86B291D899}"/>
              </a:ext>
            </a:extLst>
          </p:cNvPr>
          <p:cNvGraphicFramePr/>
          <p:nvPr>
            <p:extLst>
              <p:ext uri="{D42A27DB-BD31-4B8C-83A1-F6EECF244321}">
                <p14:modId xmlns:p14="http://schemas.microsoft.com/office/powerpoint/2010/main" val="1757328054"/>
              </p:ext>
            </p:extLst>
          </p:nvPr>
        </p:nvGraphicFramePr>
        <p:xfrm>
          <a:off x="1708921" y="749547"/>
          <a:ext cx="2916451" cy="485965"/>
        </p:xfrm>
        <a:graphic>
          <a:graphicData uri="http://schemas.openxmlformats.org/drawingml/2006/diagram">
            <dgm:relIds xmlns:dgm="http://schemas.openxmlformats.org/drawingml/2006/diagram" xmlns:r="http://schemas.openxmlformats.org/officeDocument/2006/relationships" r:dm="rId38" r:lo="rId39" r:qs="rId40" r:cs="rId41"/>
          </a:graphicData>
        </a:graphic>
      </p:graphicFrame>
      <p:graphicFrame>
        <p:nvGraphicFramePr>
          <p:cNvPr id="22" name="Diagramme 21">
            <a:extLst>
              <a:ext uri="{FF2B5EF4-FFF2-40B4-BE49-F238E27FC236}">
                <a16:creationId xmlns:a16="http://schemas.microsoft.com/office/drawing/2014/main" id="{21355925-D792-E95B-B1D0-5C25B67EC5A8}"/>
              </a:ext>
            </a:extLst>
          </p:cNvPr>
          <p:cNvGraphicFramePr/>
          <p:nvPr>
            <p:extLst>
              <p:ext uri="{D42A27DB-BD31-4B8C-83A1-F6EECF244321}">
                <p14:modId xmlns:p14="http://schemas.microsoft.com/office/powerpoint/2010/main" val="1569073400"/>
              </p:ext>
            </p:extLst>
          </p:nvPr>
        </p:nvGraphicFramePr>
        <p:xfrm>
          <a:off x="9898601" y="160924"/>
          <a:ext cx="2032987" cy="369332"/>
        </p:xfrm>
        <a:graphic>
          <a:graphicData uri="http://schemas.openxmlformats.org/drawingml/2006/diagram">
            <dgm:relIds xmlns:dgm="http://schemas.openxmlformats.org/drawingml/2006/diagram" xmlns:r="http://schemas.openxmlformats.org/officeDocument/2006/relationships" r:dm="rId43" r:lo="rId44" r:qs="rId45" r:cs="rId46"/>
          </a:graphicData>
        </a:graphic>
      </p:graphicFrame>
      <p:sp>
        <p:nvSpPr>
          <p:cNvPr id="16" name="ZoneTexte 15">
            <a:extLst>
              <a:ext uri="{FF2B5EF4-FFF2-40B4-BE49-F238E27FC236}">
                <a16:creationId xmlns:a16="http://schemas.microsoft.com/office/drawing/2014/main" id="{6348ADBA-4700-6EB0-6CBB-2D40CDED5DED}"/>
              </a:ext>
            </a:extLst>
          </p:cNvPr>
          <p:cNvSpPr txBox="1"/>
          <p:nvPr/>
        </p:nvSpPr>
        <p:spPr>
          <a:xfrm>
            <a:off x="240505" y="992529"/>
            <a:ext cx="11735968" cy="5682197"/>
          </a:xfrm>
          <a:prstGeom prst="rect">
            <a:avLst/>
          </a:prstGeom>
          <a:noFill/>
        </p:spPr>
        <p:txBody>
          <a:bodyPr wrap="square">
            <a:spAutoFit/>
          </a:bodyPr>
          <a:lstStyle/>
          <a:p>
            <a:pPr algn="just">
              <a:lnSpc>
                <a:spcPct val="170000"/>
              </a:lnSpc>
            </a:pPr>
            <a:r>
              <a:rPr lang="fr-FR" sz="1800" dirty="0">
                <a:latin typeface="Bookman Old Style" panose="02050604050505020204" pitchFamily="18" charset="0"/>
              </a:rPr>
              <a:t>À l'aube de l'année 2026, le cyberespace est devenu un nouveau champ de bataille où la perception de la force compte autant que la puissance de feu. Pour les Forces de Défense camerounaises, engagées sur plusieurs fronts territoriaux, la maîtrise de l'information n'est plus seulement un appui tactique, mais un impératif stratégique de survie institutionnelle. Alors que le Cameroun s'est fixé pour objectif une sécurité numérique totale d'ici la mi-2026, l'armée fait face à une montée sans précédent de la « médiacratie cybernétique » : une guerre de l'image où désinformation, piratages de comptes officiels et campagnes de déstabilisation numérique visent à briser le lien sacré entre la Nation et son armée. Dans ce contexte de menaces hybrides, comment l'institution militaire peut-elle concilier impératif de secret défense, transparence réactive et souveraineté technologique pour protéger son image et sa crédibilité ? Cette étude analyse les mécanismes de défense informationnelle mis en place, les défis structurels rencontrés et les leviers d'action pour transformer la vulnérabilité numérique en une force de dissuasion communicationnelle.</a:t>
            </a:r>
          </a:p>
        </p:txBody>
      </p:sp>
    </p:spTree>
    <p:extLst>
      <p:ext uri="{BB962C8B-B14F-4D97-AF65-F5344CB8AC3E}">
        <p14:creationId xmlns:p14="http://schemas.microsoft.com/office/powerpoint/2010/main" val="2921420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p:cTn id="7" dur="500" fill="hold"/>
                                        <p:tgtEl>
                                          <p:spTgt spid="21"/>
                                        </p:tgtEl>
                                        <p:attrNameLst>
                                          <p:attrName>ppt_w</p:attrName>
                                        </p:attrNameLst>
                                      </p:cBhvr>
                                      <p:tavLst>
                                        <p:tav tm="0">
                                          <p:val>
                                            <p:fltVal val="0"/>
                                          </p:val>
                                        </p:tav>
                                        <p:tav tm="100000">
                                          <p:val>
                                            <p:strVal val="#ppt_w"/>
                                          </p:val>
                                        </p:tav>
                                      </p:tavLst>
                                    </p:anim>
                                    <p:anim calcmode="lin" valueType="num">
                                      <p:cBhvr>
                                        <p:cTn id="8" dur="500" fill="hold"/>
                                        <p:tgtEl>
                                          <p:spTgt spid="21"/>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1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p:cTn id="13" dur="500" fill="hold"/>
                                        <p:tgtEl>
                                          <p:spTgt spid="2"/>
                                        </p:tgtEl>
                                        <p:attrNameLst>
                                          <p:attrName>ppt_w</p:attrName>
                                        </p:attrNameLst>
                                      </p:cBhvr>
                                      <p:tavLst>
                                        <p:tav tm="0">
                                          <p:val>
                                            <p:fltVal val="0"/>
                                          </p:val>
                                        </p:tav>
                                        <p:tav tm="100000">
                                          <p:val>
                                            <p:strVal val="#ppt_w"/>
                                          </p:val>
                                        </p:tav>
                                      </p:tavLst>
                                    </p:anim>
                                    <p:anim calcmode="lin" valueType="num">
                                      <p:cBhvr>
                                        <p:cTn id="14" dur="500" fill="hold"/>
                                        <p:tgtEl>
                                          <p:spTgt spid="2"/>
                                        </p:tgtEl>
                                        <p:attrNameLst>
                                          <p:attrName>ppt_h</p:attrName>
                                        </p:attrNameLst>
                                      </p:cBhvr>
                                      <p:tavLst>
                                        <p:tav tm="0">
                                          <p:val>
                                            <p:strVal val="#ppt_h"/>
                                          </p:val>
                                        </p:tav>
                                        <p:tav tm="100000">
                                          <p:val>
                                            <p:strVal val="#ppt_h"/>
                                          </p:val>
                                        </p:tav>
                                      </p:tavLst>
                                    </p:anim>
                                  </p:childTnLst>
                                </p:cTn>
                              </p:par>
                              <p:par>
                                <p:cTn id="15" presetID="17" presetClass="entr" presetSubtype="1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anim calcmode="lin" valueType="num">
                                      <p:cBhvr>
                                        <p:cTn id="17" dur="500" fill="hold"/>
                                        <p:tgtEl>
                                          <p:spTgt spid="19"/>
                                        </p:tgtEl>
                                        <p:attrNameLst>
                                          <p:attrName>ppt_w</p:attrName>
                                        </p:attrNameLst>
                                      </p:cBhvr>
                                      <p:tavLst>
                                        <p:tav tm="0">
                                          <p:val>
                                            <p:fltVal val="0"/>
                                          </p:val>
                                        </p:tav>
                                        <p:tav tm="100000">
                                          <p:val>
                                            <p:strVal val="#ppt_w"/>
                                          </p:val>
                                        </p:tav>
                                      </p:tavLst>
                                    </p:anim>
                                    <p:anim calcmode="lin" valueType="num">
                                      <p:cBhvr>
                                        <p:cTn id="18" dur="500" fill="hold"/>
                                        <p:tgtEl>
                                          <p:spTgt spid="19"/>
                                        </p:tgtEl>
                                        <p:attrNameLst>
                                          <p:attrName>ppt_h</p:attrName>
                                        </p:attrNameLst>
                                      </p:cBhvr>
                                      <p:tavLst>
                                        <p:tav tm="0">
                                          <p:val>
                                            <p:strVal val="#ppt_h"/>
                                          </p:val>
                                        </p:tav>
                                        <p:tav tm="100000">
                                          <p:val>
                                            <p:strVal val="#ppt_h"/>
                                          </p:val>
                                        </p:tav>
                                      </p:tavLst>
                                    </p:anim>
                                  </p:childTnLst>
                                </p:cTn>
                              </p:par>
                              <p:par>
                                <p:cTn id="19" presetID="17" presetClass="entr" presetSubtype="1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p:cTn id="21" dur="500" fill="hold"/>
                                        <p:tgtEl>
                                          <p:spTgt spid="8"/>
                                        </p:tgtEl>
                                        <p:attrNameLst>
                                          <p:attrName>ppt_w</p:attrName>
                                        </p:attrNameLst>
                                      </p:cBhvr>
                                      <p:tavLst>
                                        <p:tav tm="0">
                                          <p:val>
                                            <p:fltVal val="0"/>
                                          </p:val>
                                        </p:tav>
                                        <p:tav tm="100000">
                                          <p:val>
                                            <p:strVal val="#ppt_w"/>
                                          </p:val>
                                        </p:tav>
                                      </p:tavLst>
                                    </p:anim>
                                    <p:anim calcmode="lin" valueType="num">
                                      <p:cBhvr>
                                        <p:cTn id="22" dur="500" fill="hold"/>
                                        <p:tgtEl>
                                          <p:spTgt spid="8"/>
                                        </p:tgtEl>
                                        <p:attrNameLst>
                                          <p:attrName>ppt_h</p:attrName>
                                        </p:attrNameLst>
                                      </p:cBhvr>
                                      <p:tavLst>
                                        <p:tav tm="0">
                                          <p:val>
                                            <p:strVal val="#ppt_h"/>
                                          </p:val>
                                        </p:tav>
                                        <p:tav tm="100000">
                                          <p:val>
                                            <p:strVal val="#ppt_h"/>
                                          </p:val>
                                        </p:tav>
                                      </p:tavLst>
                                    </p:anim>
                                  </p:childTnLst>
                                </p:cTn>
                              </p:par>
                              <p:par>
                                <p:cTn id="23" presetID="17" presetClass="entr" presetSubtype="1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anim calcmode="lin" valueType="num">
                                      <p:cBhvr>
                                        <p:cTn id="25" dur="500" fill="hold"/>
                                        <p:tgtEl>
                                          <p:spTgt spid="17"/>
                                        </p:tgtEl>
                                        <p:attrNameLst>
                                          <p:attrName>ppt_w</p:attrName>
                                        </p:attrNameLst>
                                      </p:cBhvr>
                                      <p:tavLst>
                                        <p:tav tm="0">
                                          <p:val>
                                            <p:fltVal val="0"/>
                                          </p:val>
                                        </p:tav>
                                        <p:tav tm="100000">
                                          <p:val>
                                            <p:strVal val="#ppt_w"/>
                                          </p:val>
                                        </p:tav>
                                      </p:tavLst>
                                    </p:anim>
                                    <p:anim calcmode="lin" valueType="num">
                                      <p:cBhvr>
                                        <p:cTn id="26" dur="500" fill="hold"/>
                                        <p:tgtEl>
                                          <p:spTgt spid="17"/>
                                        </p:tgtEl>
                                        <p:attrNameLst>
                                          <p:attrName>ppt_h</p:attrName>
                                        </p:attrNameLst>
                                      </p:cBhvr>
                                      <p:tavLst>
                                        <p:tav tm="0">
                                          <p:val>
                                            <p:strVal val="#ppt_h"/>
                                          </p:val>
                                        </p:tav>
                                        <p:tav tm="100000">
                                          <p:val>
                                            <p:strVal val="#ppt_h"/>
                                          </p:val>
                                        </p:tav>
                                      </p:tavLst>
                                    </p:anim>
                                  </p:childTnLst>
                                </p:cTn>
                              </p:par>
                              <p:par>
                                <p:cTn id="27" presetID="17" presetClass="entr" presetSubtype="1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anim calcmode="lin" valueType="num">
                                      <p:cBhvr>
                                        <p:cTn id="29" dur="500" fill="hold"/>
                                        <p:tgtEl>
                                          <p:spTgt spid="15"/>
                                        </p:tgtEl>
                                        <p:attrNameLst>
                                          <p:attrName>ppt_w</p:attrName>
                                        </p:attrNameLst>
                                      </p:cBhvr>
                                      <p:tavLst>
                                        <p:tav tm="0">
                                          <p:val>
                                            <p:fltVal val="0"/>
                                          </p:val>
                                        </p:tav>
                                        <p:tav tm="100000">
                                          <p:val>
                                            <p:strVal val="#ppt_w"/>
                                          </p:val>
                                        </p:tav>
                                      </p:tavLst>
                                    </p:anim>
                                    <p:anim calcmode="lin" valueType="num">
                                      <p:cBhvr>
                                        <p:cTn id="30" dur="500" fill="hold"/>
                                        <p:tgtEl>
                                          <p:spTgt spid="15"/>
                                        </p:tgtEl>
                                        <p:attrNameLst>
                                          <p:attrName>ppt_h</p:attrName>
                                        </p:attrNameLst>
                                      </p:cBhvr>
                                      <p:tavLst>
                                        <p:tav tm="0">
                                          <p:val>
                                            <p:strVal val="#ppt_h"/>
                                          </p:val>
                                        </p:tav>
                                        <p:tav tm="100000">
                                          <p:val>
                                            <p:strVal val="#ppt_h"/>
                                          </p:val>
                                        </p:tav>
                                      </p:tavLst>
                                    </p:anim>
                                  </p:childTnLst>
                                </p:cTn>
                              </p:par>
                              <p:par>
                                <p:cTn id="31" presetID="17" presetClass="entr" presetSubtype="1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anim calcmode="lin" valueType="num">
                                      <p:cBhvr>
                                        <p:cTn id="33" dur="500" fill="hold"/>
                                        <p:tgtEl>
                                          <p:spTgt spid="18"/>
                                        </p:tgtEl>
                                        <p:attrNameLst>
                                          <p:attrName>ppt_w</p:attrName>
                                        </p:attrNameLst>
                                      </p:cBhvr>
                                      <p:tavLst>
                                        <p:tav tm="0">
                                          <p:val>
                                            <p:fltVal val="0"/>
                                          </p:val>
                                        </p:tav>
                                        <p:tav tm="100000">
                                          <p:val>
                                            <p:strVal val="#ppt_w"/>
                                          </p:val>
                                        </p:tav>
                                      </p:tavLst>
                                    </p:anim>
                                    <p:anim calcmode="lin" valueType="num">
                                      <p:cBhvr>
                                        <p:cTn id="34" dur="500" fill="hold"/>
                                        <p:tgtEl>
                                          <p:spTgt spid="18"/>
                                        </p:tgtEl>
                                        <p:attrNameLst>
                                          <p:attrName>ppt_h</p:attrName>
                                        </p:attrNameLst>
                                      </p:cBhvr>
                                      <p:tavLst>
                                        <p:tav tm="0">
                                          <p:val>
                                            <p:strVal val="#ppt_h"/>
                                          </p:val>
                                        </p:tav>
                                        <p:tav tm="100000">
                                          <p:val>
                                            <p:strVal val="#ppt_h"/>
                                          </p:val>
                                        </p:tav>
                                      </p:tavLst>
                                    </p:anim>
                                  </p:childTnLst>
                                </p:cTn>
                              </p:par>
                              <p:par>
                                <p:cTn id="35" presetID="17" presetClass="entr" presetSubtype="10"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anim calcmode="lin" valueType="num">
                                      <p:cBhvr>
                                        <p:cTn id="37" dur="500" fill="hold"/>
                                        <p:tgtEl>
                                          <p:spTgt spid="20"/>
                                        </p:tgtEl>
                                        <p:attrNameLst>
                                          <p:attrName>ppt_w</p:attrName>
                                        </p:attrNameLst>
                                      </p:cBhvr>
                                      <p:tavLst>
                                        <p:tav tm="0">
                                          <p:val>
                                            <p:fltVal val="0"/>
                                          </p:val>
                                        </p:tav>
                                        <p:tav tm="100000">
                                          <p:val>
                                            <p:strVal val="#ppt_w"/>
                                          </p:val>
                                        </p:tav>
                                      </p:tavLst>
                                    </p:anim>
                                    <p:anim calcmode="lin" valueType="num">
                                      <p:cBhvr>
                                        <p:cTn id="38" dur="500" fill="hold"/>
                                        <p:tgtEl>
                                          <p:spTgt spid="20"/>
                                        </p:tgtEl>
                                        <p:attrNameLst>
                                          <p:attrName>ppt_h</p:attrName>
                                        </p:attrNameLst>
                                      </p:cBhvr>
                                      <p:tavLst>
                                        <p:tav tm="0">
                                          <p:val>
                                            <p:strVal val="#ppt_h"/>
                                          </p:val>
                                        </p:tav>
                                        <p:tav tm="100000">
                                          <p:val>
                                            <p:strVal val="#ppt_h"/>
                                          </p:val>
                                        </p:tav>
                                      </p:tavLst>
                                    </p:anim>
                                  </p:childTnLst>
                                </p:cTn>
                              </p:par>
                            </p:childTnLst>
                          </p:cTn>
                        </p:par>
                      </p:childTnLst>
                    </p:cTn>
                  </p:par>
                  <p:par>
                    <p:cTn id="39" fill="hold">
                      <p:stCondLst>
                        <p:cond delay="indefinite"/>
                      </p:stCondLst>
                      <p:childTnLst>
                        <p:par>
                          <p:cTn id="40" fill="hold">
                            <p:stCondLst>
                              <p:cond delay="0"/>
                            </p:stCondLst>
                            <p:childTnLst>
                              <p:par>
                                <p:cTn id="41" presetID="2" presetClass="exit" presetSubtype="4" fill="hold" grpId="1" nodeType="clickEffect">
                                  <p:stCondLst>
                                    <p:cond delay="0"/>
                                  </p:stCondLst>
                                  <p:childTnLst>
                                    <p:anim calcmode="lin" valueType="num">
                                      <p:cBhvr additive="base">
                                        <p:cTn id="42" dur="500"/>
                                        <p:tgtEl>
                                          <p:spTgt spid="21"/>
                                        </p:tgtEl>
                                        <p:attrNameLst>
                                          <p:attrName>ppt_x</p:attrName>
                                        </p:attrNameLst>
                                      </p:cBhvr>
                                      <p:tavLst>
                                        <p:tav tm="0">
                                          <p:val>
                                            <p:strVal val="ppt_x"/>
                                          </p:val>
                                        </p:tav>
                                        <p:tav tm="100000">
                                          <p:val>
                                            <p:strVal val="ppt_x"/>
                                          </p:val>
                                        </p:tav>
                                      </p:tavLst>
                                    </p:anim>
                                    <p:anim calcmode="lin" valueType="num">
                                      <p:cBhvr additive="base">
                                        <p:cTn id="43" dur="500"/>
                                        <p:tgtEl>
                                          <p:spTgt spid="21"/>
                                        </p:tgtEl>
                                        <p:attrNameLst>
                                          <p:attrName>ppt_y</p:attrName>
                                        </p:attrNameLst>
                                      </p:cBhvr>
                                      <p:tavLst>
                                        <p:tav tm="0">
                                          <p:val>
                                            <p:strVal val="ppt_y"/>
                                          </p:val>
                                        </p:tav>
                                        <p:tav tm="100000">
                                          <p:val>
                                            <p:strVal val="1+ppt_h/2"/>
                                          </p:val>
                                        </p:tav>
                                      </p:tavLst>
                                    </p:anim>
                                    <p:set>
                                      <p:cBhvr>
                                        <p:cTn id="44" dur="1" fill="hold">
                                          <p:stCondLst>
                                            <p:cond delay="499"/>
                                          </p:stCondLst>
                                        </p:cTn>
                                        <p:tgtEl>
                                          <p:spTgt spid="21"/>
                                        </p:tgtEl>
                                        <p:attrNameLst>
                                          <p:attrName>style.visibility</p:attrName>
                                        </p:attrNameLst>
                                      </p:cBhvr>
                                      <p:to>
                                        <p:strVal val="hidden"/>
                                      </p:to>
                                    </p:set>
                                  </p:childTnLst>
                                </p:cTn>
                              </p:par>
                              <p:par>
                                <p:cTn id="45" presetID="2" presetClass="exit" presetSubtype="4" fill="hold" grpId="1" nodeType="withEffect">
                                  <p:stCondLst>
                                    <p:cond delay="0"/>
                                  </p:stCondLst>
                                  <p:childTnLst>
                                    <p:anim calcmode="lin" valueType="num">
                                      <p:cBhvr additive="base">
                                        <p:cTn id="46" dur="500"/>
                                        <p:tgtEl>
                                          <p:spTgt spid="2"/>
                                        </p:tgtEl>
                                        <p:attrNameLst>
                                          <p:attrName>ppt_x</p:attrName>
                                        </p:attrNameLst>
                                      </p:cBhvr>
                                      <p:tavLst>
                                        <p:tav tm="0">
                                          <p:val>
                                            <p:strVal val="ppt_x"/>
                                          </p:val>
                                        </p:tav>
                                        <p:tav tm="100000">
                                          <p:val>
                                            <p:strVal val="ppt_x"/>
                                          </p:val>
                                        </p:tav>
                                      </p:tavLst>
                                    </p:anim>
                                    <p:anim calcmode="lin" valueType="num">
                                      <p:cBhvr additive="base">
                                        <p:cTn id="47" dur="500"/>
                                        <p:tgtEl>
                                          <p:spTgt spid="2"/>
                                        </p:tgtEl>
                                        <p:attrNameLst>
                                          <p:attrName>ppt_y</p:attrName>
                                        </p:attrNameLst>
                                      </p:cBhvr>
                                      <p:tavLst>
                                        <p:tav tm="0">
                                          <p:val>
                                            <p:strVal val="ppt_y"/>
                                          </p:val>
                                        </p:tav>
                                        <p:tav tm="100000">
                                          <p:val>
                                            <p:strVal val="1+ppt_h/2"/>
                                          </p:val>
                                        </p:tav>
                                      </p:tavLst>
                                    </p:anim>
                                    <p:set>
                                      <p:cBhvr>
                                        <p:cTn id="48" dur="1" fill="hold">
                                          <p:stCondLst>
                                            <p:cond delay="499"/>
                                          </p:stCondLst>
                                        </p:cTn>
                                        <p:tgtEl>
                                          <p:spTgt spid="2"/>
                                        </p:tgtEl>
                                        <p:attrNameLst>
                                          <p:attrName>style.visibility</p:attrName>
                                        </p:attrNameLst>
                                      </p:cBhvr>
                                      <p:to>
                                        <p:strVal val="hidden"/>
                                      </p:to>
                                    </p:set>
                                  </p:childTnLst>
                                </p:cTn>
                              </p:par>
                              <p:par>
                                <p:cTn id="49" presetID="2" presetClass="exit" presetSubtype="4" fill="hold" grpId="1" nodeType="withEffect">
                                  <p:stCondLst>
                                    <p:cond delay="0"/>
                                  </p:stCondLst>
                                  <p:childTnLst>
                                    <p:anim calcmode="lin" valueType="num">
                                      <p:cBhvr additive="base">
                                        <p:cTn id="50" dur="500"/>
                                        <p:tgtEl>
                                          <p:spTgt spid="19"/>
                                        </p:tgtEl>
                                        <p:attrNameLst>
                                          <p:attrName>ppt_x</p:attrName>
                                        </p:attrNameLst>
                                      </p:cBhvr>
                                      <p:tavLst>
                                        <p:tav tm="0">
                                          <p:val>
                                            <p:strVal val="ppt_x"/>
                                          </p:val>
                                        </p:tav>
                                        <p:tav tm="100000">
                                          <p:val>
                                            <p:strVal val="ppt_x"/>
                                          </p:val>
                                        </p:tav>
                                      </p:tavLst>
                                    </p:anim>
                                    <p:anim calcmode="lin" valueType="num">
                                      <p:cBhvr additive="base">
                                        <p:cTn id="51" dur="500"/>
                                        <p:tgtEl>
                                          <p:spTgt spid="19"/>
                                        </p:tgtEl>
                                        <p:attrNameLst>
                                          <p:attrName>ppt_y</p:attrName>
                                        </p:attrNameLst>
                                      </p:cBhvr>
                                      <p:tavLst>
                                        <p:tav tm="0">
                                          <p:val>
                                            <p:strVal val="ppt_y"/>
                                          </p:val>
                                        </p:tav>
                                        <p:tav tm="100000">
                                          <p:val>
                                            <p:strVal val="1+ppt_h/2"/>
                                          </p:val>
                                        </p:tav>
                                      </p:tavLst>
                                    </p:anim>
                                    <p:set>
                                      <p:cBhvr>
                                        <p:cTn id="52" dur="1" fill="hold">
                                          <p:stCondLst>
                                            <p:cond delay="499"/>
                                          </p:stCondLst>
                                        </p:cTn>
                                        <p:tgtEl>
                                          <p:spTgt spid="19"/>
                                        </p:tgtEl>
                                        <p:attrNameLst>
                                          <p:attrName>style.visibility</p:attrName>
                                        </p:attrNameLst>
                                      </p:cBhvr>
                                      <p:to>
                                        <p:strVal val="hidden"/>
                                      </p:to>
                                    </p:set>
                                  </p:childTnLst>
                                </p:cTn>
                              </p:par>
                              <p:par>
                                <p:cTn id="53" presetID="2" presetClass="exit" presetSubtype="4" fill="hold" grpId="1" nodeType="withEffect">
                                  <p:stCondLst>
                                    <p:cond delay="0"/>
                                  </p:stCondLst>
                                  <p:childTnLst>
                                    <p:anim calcmode="lin" valueType="num">
                                      <p:cBhvr additive="base">
                                        <p:cTn id="54" dur="500"/>
                                        <p:tgtEl>
                                          <p:spTgt spid="8"/>
                                        </p:tgtEl>
                                        <p:attrNameLst>
                                          <p:attrName>ppt_x</p:attrName>
                                        </p:attrNameLst>
                                      </p:cBhvr>
                                      <p:tavLst>
                                        <p:tav tm="0">
                                          <p:val>
                                            <p:strVal val="ppt_x"/>
                                          </p:val>
                                        </p:tav>
                                        <p:tav tm="100000">
                                          <p:val>
                                            <p:strVal val="ppt_x"/>
                                          </p:val>
                                        </p:tav>
                                      </p:tavLst>
                                    </p:anim>
                                    <p:anim calcmode="lin" valueType="num">
                                      <p:cBhvr additive="base">
                                        <p:cTn id="55" dur="500"/>
                                        <p:tgtEl>
                                          <p:spTgt spid="8"/>
                                        </p:tgtEl>
                                        <p:attrNameLst>
                                          <p:attrName>ppt_y</p:attrName>
                                        </p:attrNameLst>
                                      </p:cBhvr>
                                      <p:tavLst>
                                        <p:tav tm="0">
                                          <p:val>
                                            <p:strVal val="ppt_y"/>
                                          </p:val>
                                        </p:tav>
                                        <p:tav tm="100000">
                                          <p:val>
                                            <p:strVal val="1+ppt_h/2"/>
                                          </p:val>
                                        </p:tav>
                                      </p:tavLst>
                                    </p:anim>
                                    <p:set>
                                      <p:cBhvr>
                                        <p:cTn id="56" dur="1" fill="hold">
                                          <p:stCondLst>
                                            <p:cond delay="499"/>
                                          </p:stCondLst>
                                        </p:cTn>
                                        <p:tgtEl>
                                          <p:spTgt spid="8"/>
                                        </p:tgtEl>
                                        <p:attrNameLst>
                                          <p:attrName>style.visibility</p:attrName>
                                        </p:attrNameLst>
                                      </p:cBhvr>
                                      <p:to>
                                        <p:strVal val="hidden"/>
                                      </p:to>
                                    </p:set>
                                  </p:childTnLst>
                                </p:cTn>
                              </p:par>
                              <p:par>
                                <p:cTn id="57" presetID="2" presetClass="exit" presetSubtype="4" fill="hold" grpId="1" nodeType="withEffect">
                                  <p:stCondLst>
                                    <p:cond delay="0"/>
                                  </p:stCondLst>
                                  <p:childTnLst>
                                    <p:anim calcmode="lin" valueType="num">
                                      <p:cBhvr additive="base">
                                        <p:cTn id="58" dur="500"/>
                                        <p:tgtEl>
                                          <p:spTgt spid="17"/>
                                        </p:tgtEl>
                                        <p:attrNameLst>
                                          <p:attrName>ppt_x</p:attrName>
                                        </p:attrNameLst>
                                      </p:cBhvr>
                                      <p:tavLst>
                                        <p:tav tm="0">
                                          <p:val>
                                            <p:strVal val="ppt_x"/>
                                          </p:val>
                                        </p:tav>
                                        <p:tav tm="100000">
                                          <p:val>
                                            <p:strVal val="ppt_x"/>
                                          </p:val>
                                        </p:tav>
                                      </p:tavLst>
                                    </p:anim>
                                    <p:anim calcmode="lin" valueType="num">
                                      <p:cBhvr additive="base">
                                        <p:cTn id="59" dur="500"/>
                                        <p:tgtEl>
                                          <p:spTgt spid="17"/>
                                        </p:tgtEl>
                                        <p:attrNameLst>
                                          <p:attrName>ppt_y</p:attrName>
                                        </p:attrNameLst>
                                      </p:cBhvr>
                                      <p:tavLst>
                                        <p:tav tm="0">
                                          <p:val>
                                            <p:strVal val="ppt_y"/>
                                          </p:val>
                                        </p:tav>
                                        <p:tav tm="100000">
                                          <p:val>
                                            <p:strVal val="1+ppt_h/2"/>
                                          </p:val>
                                        </p:tav>
                                      </p:tavLst>
                                    </p:anim>
                                    <p:set>
                                      <p:cBhvr>
                                        <p:cTn id="60" dur="1" fill="hold">
                                          <p:stCondLst>
                                            <p:cond delay="499"/>
                                          </p:stCondLst>
                                        </p:cTn>
                                        <p:tgtEl>
                                          <p:spTgt spid="17"/>
                                        </p:tgtEl>
                                        <p:attrNameLst>
                                          <p:attrName>style.visibility</p:attrName>
                                        </p:attrNameLst>
                                      </p:cBhvr>
                                      <p:to>
                                        <p:strVal val="hidden"/>
                                      </p:to>
                                    </p:set>
                                  </p:childTnLst>
                                </p:cTn>
                              </p:par>
                              <p:par>
                                <p:cTn id="61" presetID="2" presetClass="exit" presetSubtype="4" fill="hold" grpId="1" nodeType="withEffect">
                                  <p:stCondLst>
                                    <p:cond delay="0"/>
                                  </p:stCondLst>
                                  <p:childTnLst>
                                    <p:anim calcmode="lin" valueType="num">
                                      <p:cBhvr additive="base">
                                        <p:cTn id="62" dur="500"/>
                                        <p:tgtEl>
                                          <p:spTgt spid="15"/>
                                        </p:tgtEl>
                                        <p:attrNameLst>
                                          <p:attrName>ppt_x</p:attrName>
                                        </p:attrNameLst>
                                      </p:cBhvr>
                                      <p:tavLst>
                                        <p:tav tm="0">
                                          <p:val>
                                            <p:strVal val="ppt_x"/>
                                          </p:val>
                                        </p:tav>
                                        <p:tav tm="100000">
                                          <p:val>
                                            <p:strVal val="ppt_x"/>
                                          </p:val>
                                        </p:tav>
                                      </p:tavLst>
                                    </p:anim>
                                    <p:anim calcmode="lin" valueType="num">
                                      <p:cBhvr additive="base">
                                        <p:cTn id="63" dur="500"/>
                                        <p:tgtEl>
                                          <p:spTgt spid="15"/>
                                        </p:tgtEl>
                                        <p:attrNameLst>
                                          <p:attrName>ppt_y</p:attrName>
                                        </p:attrNameLst>
                                      </p:cBhvr>
                                      <p:tavLst>
                                        <p:tav tm="0">
                                          <p:val>
                                            <p:strVal val="ppt_y"/>
                                          </p:val>
                                        </p:tav>
                                        <p:tav tm="100000">
                                          <p:val>
                                            <p:strVal val="1+ppt_h/2"/>
                                          </p:val>
                                        </p:tav>
                                      </p:tavLst>
                                    </p:anim>
                                    <p:set>
                                      <p:cBhvr>
                                        <p:cTn id="64" dur="1" fill="hold">
                                          <p:stCondLst>
                                            <p:cond delay="499"/>
                                          </p:stCondLst>
                                        </p:cTn>
                                        <p:tgtEl>
                                          <p:spTgt spid="15"/>
                                        </p:tgtEl>
                                        <p:attrNameLst>
                                          <p:attrName>style.visibility</p:attrName>
                                        </p:attrNameLst>
                                      </p:cBhvr>
                                      <p:to>
                                        <p:strVal val="hidden"/>
                                      </p:to>
                                    </p:set>
                                  </p:childTnLst>
                                </p:cTn>
                              </p:par>
                              <p:par>
                                <p:cTn id="65" presetID="2" presetClass="exit" presetSubtype="4" fill="hold" grpId="1" nodeType="withEffect">
                                  <p:stCondLst>
                                    <p:cond delay="0"/>
                                  </p:stCondLst>
                                  <p:childTnLst>
                                    <p:anim calcmode="lin" valueType="num">
                                      <p:cBhvr additive="base">
                                        <p:cTn id="66" dur="500"/>
                                        <p:tgtEl>
                                          <p:spTgt spid="18"/>
                                        </p:tgtEl>
                                        <p:attrNameLst>
                                          <p:attrName>ppt_x</p:attrName>
                                        </p:attrNameLst>
                                      </p:cBhvr>
                                      <p:tavLst>
                                        <p:tav tm="0">
                                          <p:val>
                                            <p:strVal val="ppt_x"/>
                                          </p:val>
                                        </p:tav>
                                        <p:tav tm="100000">
                                          <p:val>
                                            <p:strVal val="ppt_x"/>
                                          </p:val>
                                        </p:tav>
                                      </p:tavLst>
                                    </p:anim>
                                    <p:anim calcmode="lin" valueType="num">
                                      <p:cBhvr additive="base">
                                        <p:cTn id="67" dur="500"/>
                                        <p:tgtEl>
                                          <p:spTgt spid="18"/>
                                        </p:tgtEl>
                                        <p:attrNameLst>
                                          <p:attrName>ppt_y</p:attrName>
                                        </p:attrNameLst>
                                      </p:cBhvr>
                                      <p:tavLst>
                                        <p:tav tm="0">
                                          <p:val>
                                            <p:strVal val="ppt_y"/>
                                          </p:val>
                                        </p:tav>
                                        <p:tav tm="100000">
                                          <p:val>
                                            <p:strVal val="1+ppt_h/2"/>
                                          </p:val>
                                        </p:tav>
                                      </p:tavLst>
                                    </p:anim>
                                    <p:set>
                                      <p:cBhvr>
                                        <p:cTn id="68" dur="1" fill="hold">
                                          <p:stCondLst>
                                            <p:cond delay="499"/>
                                          </p:stCondLst>
                                        </p:cTn>
                                        <p:tgtEl>
                                          <p:spTgt spid="18"/>
                                        </p:tgtEl>
                                        <p:attrNameLst>
                                          <p:attrName>style.visibility</p:attrName>
                                        </p:attrNameLst>
                                      </p:cBhvr>
                                      <p:to>
                                        <p:strVal val="hidden"/>
                                      </p:to>
                                    </p:set>
                                  </p:childTnLst>
                                </p:cTn>
                              </p:par>
                              <p:par>
                                <p:cTn id="69" presetID="2" presetClass="exit" presetSubtype="4" fill="hold" grpId="1" nodeType="withEffect">
                                  <p:stCondLst>
                                    <p:cond delay="0"/>
                                  </p:stCondLst>
                                  <p:childTnLst>
                                    <p:anim calcmode="lin" valueType="num">
                                      <p:cBhvr additive="base">
                                        <p:cTn id="70" dur="500"/>
                                        <p:tgtEl>
                                          <p:spTgt spid="20"/>
                                        </p:tgtEl>
                                        <p:attrNameLst>
                                          <p:attrName>ppt_x</p:attrName>
                                        </p:attrNameLst>
                                      </p:cBhvr>
                                      <p:tavLst>
                                        <p:tav tm="0">
                                          <p:val>
                                            <p:strVal val="ppt_x"/>
                                          </p:val>
                                        </p:tav>
                                        <p:tav tm="100000">
                                          <p:val>
                                            <p:strVal val="ppt_x"/>
                                          </p:val>
                                        </p:tav>
                                      </p:tavLst>
                                    </p:anim>
                                    <p:anim calcmode="lin" valueType="num">
                                      <p:cBhvr additive="base">
                                        <p:cTn id="71" dur="500"/>
                                        <p:tgtEl>
                                          <p:spTgt spid="20"/>
                                        </p:tgtEl>
                                        <p:attrNameLst>
                                          <p:attrName>ppt_y</p:attrName>
                                        </p:attrNameLst>
                                      </p:cBhvr>
                                      <p:tavLst>
                                        <p:tav tm="0">
                                          <p:val>
                                            <p:strVal val="ppt_y"/>
                                          </p:val>
                                        </p:tav>
                                        <p:tav tm="100000">
                                          <p:val>
                                            <p:strVal val="1+ppt_h/2"/>
                                          </p:val>
                                        </p:tav>
                                      </p:tavLst>
                                    </p:anim>
                                    <p:set>
                                      <p:cBhvr>
                                        <p:cTn id="72" dur="1" fill="hold">
                                          <p:stCondLst>
                                            <p:cond delay="499"/>
                                          </p:stCondLst>
                                        </p:cTn>
                                        <p:tgtEl>
                                          <p:spTgt spid="20"/>
                                        </p:tgtEl>
                                        <p:attrNameLst>
                                          <p:attrName>style.visibility</p:attrName>
                                        </p:attrNameLst>
                                      </p:cBhvr>
                                      <p:to>
                                        <p:strVal val="hidden"/>
                                      </p:to>
                                    </p:set>
                                  </p:childTnLst>
                                </p:cTn>
                              </p:par>
                            </p:childTnLst>
                          </p:cTn>
                        </p:par>
                      </p:childTnLst>
                    </p:cTn>
                  </p:par>
                  <p:par>
                    <p:cTn id="73" fill="hold">
                      <p:stCondLst>
                        <p:cond delay="indefinite"/>
                      </p:stCondLst>
                      <p:childTnLst>
                        <p:par>
                          <p:cTn id="74" fill="hold">
                            <p:stCondLst>
                              <p:cond delay="0"/>
                            </p:stCondLst>
                            <p:childTnLst>
                              <p:par>
                                <p:cTn id="75" presetID="17" presetClass="entr" presetSubtype="10" fill="hold" grpId="0" nodeType="clickEffect">
                                  <p:stCondLst>
                                    <p:cond delay="0"/>
                                  </p:stCondLst>
                                  <p:childTnLst>
                                    <p:set>
                                      <p:cBhvr>
                                        <p:cTn id="76" dur="1" fill="hold">
                                          <p:stCondLst>
                                            <p:cond delay="0"/>
                                          </p:stCondLst>
                                        </p:cTn>
                                        <p:tgtEl>
                                          <p:spTgt spid="22"/>
                                        </p:tgtEl>
                                        <p:attrNameLst>
                                          <p:attrName>style.visibility</p:attrName>
                                        </p:attrNameLst>
                                      </p:cBhvr>
                                      <p:to>
                                        <p:strVal val="visible"/>
                                      </p:to>
                                    </p:set>
                                    <p:anim calcmode="lin" valueType="num">
                                      <p:cBhvr>
                                        <p:cTn id="77" dur="500" fill="hold"/>
                                        <p:tgtEl>
                                          <p:spTgt spid="22"/>
                                        </p:tgtEl>
                                        <p:attrNameLst>
                                          <p:attrName>ppt_w</p:attrName>
                                        </p:attrNameLst>
                                      </p:cBhvr>
                                      <p:tavLst>
                                        <p:tav tm="0">
                                          <p:val>
                                            <p:fltVal val="0"/>
                                          </p:val>
                                        </p:tav>
                                        <p:tav tm="100000">
                                          <p:val>
                                            <p:strVal val="#ppt_w"/>
                                          </p:val>
                                        </p:tav>
                                      </p:tavLst>
                                    </p:anim>
                                    <p:anim calcmode="lin" valueType="num">
                                      <p:cBhvr>
                                        <p:cTn id="78" dur="500" fill="hold"/>
                                        <p:tgtEl>
                                          <p:spTgt spid="22"/>
                                        </p:tgtEl>
                                        <p:attrNameLst>
                                          <p:attrName>ppt_h</p:attrName>
                                        </p:attrNameLst>
                                      </p:cBhvr>
                                      <p:tavLst>
                                        <p:tav tm="0">
                                          <p:val>
                                            <p:strVal val="#ppt_h"/>
                                          </p:val>
                                        </p:tav>
                                        <p:tav tm="100000">
                                          <p:val>
                                            <p:strVal val="#ppt_h"/>
                                          </p:val>
                                        </p:tav>
                                      </p:tavLst>
                                    </p:anim>
                                  </p:childTnLst>
                                </p:cTn>
                              </p:par>
                              <p:par>
                                <p:cTn id="79" presetID="17" presetClass="entr" presetSubtype="10" fill="hold" grpId="0" nodeType="withEffect">
                                  <p:stCondLst>
                                    <p:cond delay="0"/>
                                  </p:stCondLst>
                                  <p:childTnLst>
                                    <p:set>
                                      <p:cBhvr>
                                        <p:cTn id="80" dur="1" fill="hold">
                                          <p:stCondLst>
                                            <p:cond delay="0"/>
                                          </p:stCondLst>
                                        </p:cTn>
                                        <p:tgtEl>
                                          <p:spTgt spid="16"/>
                                        </p:tgtEl>
                                        <p:attrNameLst>
                                          <p:attrName>style.visibility</p:attrName>
                                        </p:attrNameLst>
                                      </p:cBhvr>
                                      <p:to>
                                        <p:strVal val="visible"/>
                                      </p:to>
                                    </p:set>
                                    <p:anim calcmode="lin" valueType="num">
                                      <p:cBhvr>
                                        <p:cTn id="81" dur="500" fill="hold"/>
                                        <p:tgtEl>
                                          <p:spTgt spid="16"/>
                                        </p:tgtEl>
                                        <p:attrNameLst>
                                          <p:attrName>ppt_w</p:attrName>
                                        </p:attrNameLst>
                                      </p:cBhvr>
                                      <p:tavLst>
                                        <p:tav tm="0">
                                          <p:val>
                                            <p:fltVal val="0"/>
                                          </p:val>
                                        </p:tav>
                                        <p:tav tm="100000">
                                          <p:val>
                                            <p:strVal val="#ppt_w"/>
                                          </p:val>
                                        </p:tav>
                                      </p:tavLst>
                                    </p:anim>
                                    <p:anim calcmode="lin" valueType="num">
                                      <p:cBhvr>
                                        <p:cTn id="82" dur="500" fill="hold"/>
                                        <p:tgtEl>
                                          <p:spTgt spid="16"/>
                                        </p:tgtEl>
                                        <p:attrNameLst>
                                          <p:attrName>ppt_h</p:attrName>
                                        </p:attrNameLst>
                                      </p:cBhvr>
                                      <p:tavLst>
                                        <p:tav tm="0">
                                          <p:val>
                                            <p:strVal val="#ppt_h"/>
                                          </p:val>
                                        </p:tav>
                                        <p:tav tm="100000">
                                          <p:val>
                                            <p:strVal val="#ppt_h"/>
                                          </p:val>
                                        </p:tav>
                                      </p:tavLst>
                                    </p:anim>
                                  </p:childTnLst>
                                </p:cTn>
                              </p:par>
                            </p:childTnLst>
                          </p:cTn>
                        </p:par>
                      </p:childTnLst>
                    </p:cTn>
                  </p:par>
                  <p:par>
                    <p:cTn id="83" fill="hold">
                      <p:stCondLst>
                        <p:cond delay="indefinite"/>
                      </p:stCondLst>
                      <p:childTnLst>
                        <p:par>
                          <p:cTn id="84" fill="hold">
                            <p:stCondLst>
                              <p:cond delay="0"/>
                            </p:stCondLst>
                            <p:childTnLst>
                              <p:par>
                                <p:cTn id="85" presetID="2" presetClass="exit" presetSubtype="4" fill="hold" grpId="1" nodeType="clickEffect">
                                  <p:stCondLst>
                                    <p:cond delay="0"/>
                                  </p:stCondLst>
                                  <p:childTnLst>
                                    <p:anim calcmode="lin" valueType="num">
                                      <p:cBhvr additive="base">
                                        <p:cTn id="86" dur="500"/>
                                        <p:tgtEl>
                                          <p:spTgt spid="22"/>
                                        </p:tgtEl>
                                        <p:attrNameLst>
                                          <p:attrName>ppt_x</p:attrName>
                                        </p:attrNameLst>
                                      </p:cBhvr>
                                      <p:tavLst>
                                        <p:tav tm="0">
                                          <p:val>
                                            <p:strVal val="ppt_x"/>
                                          </p:val>
                                        </p:tav>
                                        <p:tav tm="100000">
                                          <p:val>
                                            <p:strVal val="ppt_x"/>
                                          </p:val>
                                        </p:tav>
                                      </p:tavLst>
                                    </p:anim>
                                    <p:anim calcmode="lin" valueType="num">
                                      <p:cBhvr additive="base">
                                        <p:cTn id="87" dur="500"/>
                                        <p:tgtEl>
                                          <p:spTgt spid="22"/>
                                        </p:tgtEl>
                                        <p:attrNameLst>
                                          <p:attrName>ppt_y</p:attrName>
                                        </p:attrNameLst>
                                      </p:cBhvr>
                                      <p:tavLst>
                                        <p:tav tm="0">
                                          <p:val>
                                            <p:strVal val="ppt_y"/>
                                          </p:val>
                                        </p:tav>
                                        <p:tav tm="100000">
                                          <p:val>
                                            <p:strVal val="1+ppt_h/2"/>
                                          </p:val>
                                        </p:tav>
                                      </p:tavLst>
                                    </p:anim>
                                    <p:set>
                                      <p:cBhvr>
                                        <p:cTn id="88" dur="1" fill="hold">
                                          <p:stCondLst>
                                            <p:cond delay="499"/>
                                          </p:stCondLst>
                                        </p:cTn>
                                        <p:tgtEl>
                                          <p:spTgt spid="22"/>
                                        </p:tgtEl>
                                        <p:attrNameLst>
                                          <p:attrName>style.visibility</p:attrName>
                                        </p:attrNameLst>
                                      </p:cBhvr>
                                      <p:to>
                                        <p:strVal val="hidden"/>
                                      </p:to>
                                    </p:set>
                                  </p:childTnLst>
                                </p:cTn>
                              </p:par>
                              <p:par>
                                <p:cTn id="89" presetID="2" presetClass="exit" presetSubtype="4" fill="hold" grpId="1" nodeType="withEffect">
                                  <p:stCondLst>
                                    <p:cond delay="0"/>
                                  </p:stCondLst>
                                  <p:childTnLst>
                                    <p:anim calcmode="lin" valueType="num">
                                      <p:cBhvr additive="base">
                                        <p:cTn id="90" dur="500"/>
                                        <p:tgtEl>
                                          <p:spTgt spid="16"/>
                                        </p:tgtEl>
                                        <p:attrNameLst>
                                          <p:attrName>ppt_x</p:attrName>
                                        </p:attrNameLst>
                                      </p:cBhvr>
                                      <p:tavLst>
                                        <p:tav tm="0">
                                          <p:val>
                                            <p:strVal val="ppt_x"/>
                                          </p:val>
                                        </p:tav>
                                        <p:tav tm="100000">
                                          <p:val>
                                            <p:strVal val="ppt_x"/>
                                          </p:val>
                                        </p:tav>
                                      </p:tavLst>
                                    </p:anim>
                                    <p:anim calcmode="lin" valueType="num">
                                      <p:cBhvr additive="base">
                                        <p:cTn id="91" dur="500"/>
                                        <p:tgtEl>
                                          <p:spTgt spid="16"/>
                                        </p:tgtEl>
                                        <p:attrNameLst>
                                          <p:attrName>ppt_y</p:attrName>
                                        </p:attrNameLst>
                                      </p:cBhvr>
                                      <p:tavLst>
                                        <p:tav tm="0">
                                          <p:val>
                                            <p:strVal val="ppt_y"/>
                                          </p:val>
                                        </p:tav>
                                        <p:tav tm="100000">
                                          <p:val>
                                            <p:strVal val="1+ppt_h/2"/>
                                          </p:val>
                                        </p:tav>
                                      </p:tavLst>
                                    </p:anim>
                                    <p:set>
                                      <p:cBhvr>
                                        <p:cTn id="92" dur="1" fill="hold">
                                          <p:stCondLst>
                                            <p:cond delay="499"/>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9" grpId="0">
        <p:bldAsOne/>
      </p:bldGraphic>
      <p:bldGraphic spid="19" grpId="1">
        <p:bldAsOne/>
      </p:bldGraphic>
      <p:bldGraphic spid="2" grpId="0">
        <p:bldAsOne/>
      </p:bldGraphic>
      <p:bldGraphic spid="2" grpId="1">
        <p:bldAsOne/>
      </p:bldGraphic>
      <p:bldGraphic spid="8" grpId="0">
        <p:bldAsOne/>
      </p:bldGraphic>
      <p:bldGraphic spid="8" grpId="1">
        <p:bldAsOne/>
      </p:bldGraphic>
      <p:bldGraphic spid="15" grpId="0">
        <p:bldAsOne/>
      </p:bldGraphic>
      <p:bldGraphic spid="15" grpId="1">
        <p:bldAsOne/>
      </p:bldGraphic>
      <p:bldGraphic spid="17" grpId="0">
        <p:bldAsOne/>
      </p:bldGraphic>
      <p:bldGraphic spid="17" grpId="1">
        <p:bldAsOne/>
      </p:bldGraphic>
      <p:bldGraphic spid="18" grpId="0">
        <p:bldAsOne/>
      </p:bldGraphic>
      <p:bldGraphic spid="18" grpId="1">
        <p:bldAsOne/>
      </p:bldGraphic>
      <p:bldGraphic spid="20" grpId="0">
        <p:bldAsOne/>
      </p:bldGraphic>
      <p:bldGraphic spid="20" grpId="1">
        <p:bldAsOne/>
      </p:bldGraphic>
      <p:bldGraphic spid="21" grpId="0">
        <p:bldAsOne/>
      </p:bldGraphic>
      <p:bldGraphic spid="21" grpId="1">
        <p:bldAsOne/>
      </p:bldGraphic>
      <p:bldGraphic spid="22" grpId="0">
        <p:bldAsOne/>
      </p:bldGraphic>
      <p:bldGraphic spid="22" grpId="1">
        <p:bldAsOne/>
      </p:bldGraphic>
      <p:bldP spid="16" grpId="0"/>
      <p:bldP spid="16" grpId="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32433DF-A786-CE57-188F-B66B5BF3DD66}"/>
              </a:ext>
            </a:extLst>
          </p:cNvPr>
          <p:cNvSpPr>
            <a:spLocks noGrp="1"/>
          </p:cNvSpPr>
          <p:nvPr>
            <p:ph type="title"/>
          </p:nvPr>
        </p:nvSpPr>
        <p:spPr>
          <a:xfrm>
            <a:off x="1216537" y="220147"/>
            <a:ext cx="8946682" cy="2244432"/>
          </a:xfrm>
        </p:spPr>
        <p:txBody>
          <a:bodyPr>
            <a:normAutofit fontScale="90000"/>
          </a:bodyPr>
          <a:lstStyle/>
          <a:p>
            <a:pPr lvl="0" defTabSz="914400" eaLnBrk="0" fontAlgn="base" hangingPunct="0">
              <a:lnSpc>
                <a:spcPct val="150000"/>
              </a:lnSpc>
              <a:spcAft>
                <a:spcPct val="0"/>
              </a:spcAft>
            </a:pPr>
            <a:r>
              <a:rPr lang="fr-FR" altLang="fr-FR" b="1" u="sng" dirty="0">
                <a:solidFill>
                  <a:schemeClr val="accent4"/>
                </a:solidFill>
                <a:latin typeface="Bookman Old Style" panose="02050604050505020204" pitchFamily="18" charset="0"/>
              </a:rPr>
              <a:t>Partie I</a:t>
            </a:r>
            <a:r>
              <a:rPr lang="fr-FR" altLang="fr-FR" b="1" dirty="0">
                <a:solidFill>
                  <a:srgbClr val="0A0A0A"/>
                </a:solidFill>
                <a:latin typeface="Bookman Old Style" panose="02050604050505020204" pitchFamily="18" charset="0"/>
              </a:rPr>
              <a:t> </a:t>
            </a:r>
            <a:r>
              <a:rPr lang="fr-FR" altLang="fr-FR" b="1" u="sng" dirty="0">
                <a:solidFill>
                  <a:schemeClr val="accent4"/>
                </a:solidFill>
                <a:latin typeface="Bookman Old Style" panose="02050604050505020204" pitchFamily="18" charset="0"/>
              </a:rPr>
              <a:t>:</a:t>
            </a:r>
            <a:r>
              <a:rPr lang="fr-FR" altLang="fr-FR" b="1" dirty="0">
                <a:solidFill>
                  <a:srgbClr val="0A0A0A"/>
                </a:solidFill>
                <a:latin typeface="Bookman Old Style" panose="02050604050505020204" pitchFamily="18" charset="0"/>
              </a:rPr>
              <a:t> </a:t>
            </a:r>
            <a:br>
              <a:rPr lang="fr-FR" altLang="fr-FR" b="1" dirty="0">
                <a:solidFill>
                  <a:srgbClr val="0A0A0A"/>
                </a:solidFill>
                <a:latin typeface="Bookman Old Style" panose="02050604050505020204" pitchFamily="18" charset="0"/>
              </a:rPr>
            </a:br>
            <a:r>
              <a:rPr lang="fr-FR" altLang="fr-FR" b="1" dirty="0">
                <a:solidFill>
                  <a:srgbClr val="0A0A0A"/>
                </a:solidFill>
                <a:latin typeface="Bookman Old Style" panose="02050604050505020204" pitchFamily="18" charset="0"/>
              </a:rPr>
              <a:t>   </a:t>
            </a:r>
            <a:r>
              <a:rPr lang="fr-FR" altLang="fr-FR" b="1" dirty="0">
                <a:solidFill>
                  <a:schemeClr val="bg2">
                    <a:lumMod val="25000"/>
                  </a:schemeClr>
                </a:solidFill>
                <a:latin typeface="Bookman Old Style" panose="02050604050505020204" pitchFamily="18" charset="0"/>
              </a:rPr>
              <a:t>I. La désinformation et les "Fake News</a:t>
            </a:r>
            <a:br>
              <a:rPr lang="fr-FR" altLang="fr-FR" b="1" dirty="0">
                <a:solidFill>
                  <a:schemeClr val="bg2">
                    <a:lumMod val="25000"/>
                  </a:schemeClr>
                </a:solidFill>
                <a:latin typeface="Bookman Old Style" panose="02050604050505020204" pitchFamily="18" charset="0"/>
              </a:rPr>
            </a:br>
            <a:r>
              <a:rPr lang="fr-FR" altLang="fr-FR" sz="1100" dirty="0">
                <a:solidFill>
                  <a:srgbClr val="0A0A0A"/>
                </a:solidFill>
                <a:latin typeface="Bookman Old Style" panose="02050604050505020204" pitchFamily="18" charset="0"/>
              </a:rPr>
              <a:t>En 2026, la lutte passe par plusieurs leviers :</a:t>
            </a:r>
            <a:br>
              <a:rPr lang="fr-FR" altLang="fr-FR" sz="1100" dirty="0">
                <a:solidFill>
                  <a:srgbClr val="0A0A0A"/>
                </a:solidFill>
                <a:latin typeface="Bookman Old Style" panose="02050604050505020204" pitchFamily="18" charset="0"/>
              </a:rPr>
            </a:br>
            <a:r>
              <a:rPr lang="fr-FR" altLang="fr-FR" sz="1100" dirty="0">
                <a:solidFill>
                  <a:srgbClr val="0A0A0A"/>
                </a:solidFill>
                <a:latin typeface="Bookman Old Style" panose="02050604050505020204" pitchFamily="18" charset="0"/>
              </a:rPr>
              <a:t>Le phénomène a pris une nouvelle dimension avec l'évolution technologique. </a:t>
            </a:r>
            <a:br>
              <a:rPr lang="fr-FR" altLang="fr-FR" b="1" dirty="0">
                <a:solidFill>
                  <a:srgbClr val="0A0A0A"/>
                </a:solidFill>
                <a:latin typeface="Bookman Old Style" panose="02050604050505020204" pitchFamily="18" charset="0"/>
              </a:rPr>
            </a:br>
            <a:r>
              <a:rPr lang="fr-FR" altLang="fr-FR" sz="1600" b="1" dirty="0">
                <a:solidFill>
                  <a:schemeClr val="bg2">
                    <a:lumMod val="25000"/>
                  </a:schemeClr>
                </a:solidFill>
                <a:latin typeface="Bookman Old Style" panose="02050604050505020204" pitchFamily="18" charset="0"/>
              </a:rPr>
              <a:t>1- pourquoi est-ce un sujet majeur en 2026 ?</a:t>
            </a:r>
            <a:br>
              <a:rPr lang="fr-FR" altLang="fr-FR" sz="1600" b="1" dirty="0">
                <a:solidFill>
                  <a:schemeClr val="bg2">
                    <a:lumMod val="25000"/>
                  </a:schemeClr>
                </a:solidFill>
                <a:latin typeface="Bookman Old Style" panose="02050604050505020204" pitchFamily="18" charset="0"/>
              </a:rPr>
            </a:br>
            <a:br>
              <a:rPr lang="fr-FR" altLang="fr-FR" dirty="0">
                <a:solidFill>
                  <a:schemeClr val="tx1"/>
                </a:solidFill>
                <a:latin typeface="Bookman Old Style" panose="02050604050505020204" pitchFamily="18" charset="0"/>
              </a:rPr>
            </a:br>
            <a:endParaRPr lang="fr-FR" dirty="0"/>
          </a:p>
        </p:txBody>
      </p:sp>
      <p:pic>
        <p:nvPicPr>
          <p:cNvPr id="7" name="Espace réservé du contenu 6">
            <a:extLst>
              <a:ext uri="{FF2B5EF4-FFF2-40B4-BE49-F238E27FC236}">
                <a16:creationId xmlns:a16="http://schemas.microsoft.com/office/drawing/2014/main" id="{8888AD86-23B8-F821-A8A8-3E0E549CC9EC}"/>
              </a:ext>
            </a:extLst>
          </p:cNvPr>
          <p:cNvPicPr>
            <a:picLocks noGrp="1" noChangeAspect="1"/>
          </p:cNvPicPr>
          <p:nvPr>
            <p:ph sz="half" idx="1"/>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531812" y="2418847"/>
            <a:ext cx="4388830" cy="1472062"/>
          </a:xfrm>
        </p:spPr>
      </p:pic>
      <p:sp>
        <p:nvSpPr>
          <p:cNvPr id="5" name="Espace réservé du numéro de diapositive 4">
            <a:extLst>
              <a:ext uri="{FF2B5EF4-FFF2-40B4-BE49-F238E27FC236}">
                <a16:creationId xmlns:a16="http://schemas.microsoft.com/office/drawing/2014/main" id="{A1EBF344-820D-1805-A788-D46752152233}"/>
              </a:ext>
            </a:extLst>
          </p:cNvPr>
          <p:cNvSpPr>
            <a:spLocks noGrp="1"/>
          </p:cNvSpPr>
          <p:nvPr>
            <p:ph type="sldNum" sz="quarter" idx="12"/>
          </p:nvPr>
        </p:nvSpPr>
        <p:spPr/>
        <p:txBody>
          <a:bodyPr/>
          <a:lstStyle/>
          <a:p>
            <a:fld id="{4EFB72C0-99D3-44BB-B7E8-F5268695D5AA}" type="slidenum">
              <a:rPr lang="fr-FR" smtClean="0"/>
              <a:t>3</a:t>
            </a:fld>
            <a:endParaRPr lang="fr-FR"/>
          </a:p>
        </p:txBody>
      </p:sp>
      <p:sp>
        <p:nvSpPr>
          <p:cNvPr id="8" name="ZoneTexte 7">
            <a:extLst>
              <a:ext uri="{FF2B5EF4-FFF2-40B4-BE49-F238E27FC236}">
                <a16:creationId xmlns:a16="http://schemas.microsoft.com/office/drawing/2014/main" id="{C1BDF9AA-0FA5-A97C-B853-A5575A8DCF6A}"/>
              </a:ext>
            </a:extLst>
          </p:cNvPr>
          <p:cNvSpPr txBox="1"/>
          <p:nvPr/>
        </p:nvSpPr>
        <p:spPr>
          <a:xfrm>
            <a:off x="442321" y="3816862"/>
            <a:ext cx="4251546" cy="419474"/>
          </a:xfrm>
          <a:prstGeom prst="rect">
            <a:avLst/>
          </a:prstGeom>
          <a:noFill/>
        </p:spPr>
        <p:txBody>
          <a:bodyPr wrap="square" rtlCol="0">
            <a:spAutoFit/>
          </a:bodyPr>
          <a:lstStyle/>
          <a:p>
            <a:pPr lvl="0" defTabSz="914400" eaLnBrk="0" fontAlgn="base" hangingPunct="0">
              <a:lnSpc>
                <a:spcPct val="150000"/>
              </a:lnSpc>
              <a:spcBef>
                <a:spcPct val="0"/>
              </a:spcBef>
              <a:spcAft>
                <a:spcPct val="0"/>
              </a:spcAft>
              <a:buFontTx/>
              <a:buChar char="•"/>
            </a:pPr>
            <a:r>
              <a:rPr lang="fr-FR" altLang="fr-FR" sz="1600" b="1" dirty="0">
                <a:solidFill>
                  <a:srgbClr val="0A0A0A"/>
                </a:solidFill>
                <a:latin typeface="Bookman Old Style" panose="02050604050505020204" pitchFamily="18" charset="0"/>
              </a:rPr>
              <a:t>Intelligence Artificielle et </a:t>
            </a:r>
            <a:r>
              <a:rPr lang="fr-FR" altLang="fr-FR" sz="1600" b="1" dirty="0" err="1">
                <a:solidFill>
                  <a:srgbClr val="0A0A0A"/>
                </a:solidFill>
                <a:latin typeface="Bookman Old Style" panose="02050604050505020204" pitchFamily="18" charset="0"/>
              </a:rPr>
              <a:t>Deepfakes</a:t>
            </a:r>
            <a:endParaRPr lang="fr-FR" altLang="fr-FR" sz="1600" dirty="0">
              <a:solidFill>
                <a:srgbClr val="0A0A0A"/>
              </a:solidFill>
              <a:latin typeface="Bookman Old Style" panose="02050604050505020204" pitchFamily="18" charset="0"/>
            </a:endParaRPr>
          </a:p>
        </p:txBody>
      </p:sp>
      <p:pic>
        <p:nvPicPr>
          <p:cNvPr id="13" name="Image 12">
            <a:extLst>
              <a:ext uri="{FF2B5EF4-FFF2-40B4-BE49-F238E27FC236}">
                <a16:creationId xmlns:a16="http://schemas.microsoft.com/office/drawing/2014/main" id="{DB934A20-7B81-4CFB-C3D5-9499F2DDA6A7}"/>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7413428" y="3338452"/>
            <a:ext cx="4705093" cy="1554145"/>
          </a:xfrm>
          <a:prstGeom prst="rect">
            <a:avLst/>
          </a:prstGeom>
        </p:spPr>
      </p:pic>
      <p:sp>
        <p:nvSpPr>
          <p:cNvPr id="16" name="ZoneTexte 15">
            <a:extLst>
              <a:ext uri="{FF2B5EF4-FFF2-40B4-BE49-F238E27FC236}">
                <a16:creationId xmlns:a16="http://schemas.microsoft.com/office/drawing/2014/main" id="{62EBA95F-8786-1698-370E-4171FDB04FE2}"/>
              </a:ext>
            </a:extLst>
          </p:cNvPr>
          <p:cNvSpPr txBox="1"/>
          <p:nvPr/>
        </p:nvSpPr>
        <p:spPr>
          <a:xfrm>
            <a:off x="8456925" y="4818961"/>
            <a:ext cx="2618098" cy="378565"/>
          </a:xfrm>
          <a:prstGeom prst="rect">
            <a:avLst/>
          </a:prstGeom>
          <a:noFill/>
        </p:spPr>
        <p:txBody>
          <a:bodyPr wrap="square">
            <a:spAutoFit/>
          </a:bodyPr>
          <a:lstStyle/>
          <a:p>
            <a:pPr lvl="0" defTabSz="914400" eaLnBrk="0" fontAlgn="base" hangingPunct="0">
              <a:lnSpc>
                <a:spcPct val="150000"/>
              </a:lnSpc>
              <a:spcBef>
                <a:spcPct val="0"/>
              </a:spcBef>
              <a:spcAft>
                <a:spcPct val="0"/>
              </a:spcAft>
              <a:buFontTx/>
              <a:buChar char="•"/>
            </a:pPr>
            <a:r>
              <a:rPr lang="fr-FR" altLang="fr-FR" sz="1400" b="1" dirty="0">
                <a:solidFill>
                  <a:srgbClr val="0A0A0A"/>
                </a:solidFill>
                <a:latin typeface="Bookman Old Style" panose="02050604050505020204" pitchFamily="18" charset="0"/>
              </a:rPr>
              <a:t>Usines à trolls et Bots </a:t>
            </a:r>
            <a:endParaRPr lang="fr-FR" altLang="fr-FR" sz="1400" dirty="0">
              <a:solidFill>
                <a:srgbClr val="0A0A0A"/>
              </a:solidFill>
              <a:latin typeface="Bookman Old Style" panose="02050604050505020204" pitchFamily="18" charset="0"/>
            </a:endParaRPr>
          </a:p>
        </p:txBody>
      </p:sp>
      <p:sp>
        <p:nvSpPr>
          <p:cNvPr id="17" name="ZoneTexte 16">
            <a:extLst>
              <a:ext uri="{FF2B5EF4-FFF2-40B4-BE49-F238E27FC236}">
                <a16:creationId xmlns:a16="http://schemas.microsoft.com/office/drawing/2014/main" id="{9B60FA5F-7BA3-1390-F73E-7C61714D3941}"/>
              </a:ext>
            </a:extLst>
          </p:cNvPr>
          <p:cNvSpPr txBox="1"/>
          <p:nvPr/>
        </p:nvSpPr>
        <p:spPr>
          <a:xfrm>
            <a:off x="2858430" y="265528"/>
            <a:ext cx="6475139" cy="2938177"/>
          </a:xfrm>
          <a:prstGeom prst="rect">
            <a:avLst/>
          </a:prstGeom>
          <a:noFill/>
        </p:spPr>
        <p:txBody>
          <a:bodyPr wrap="square" rtlCol="0">
            <a:spAutoFit/>
          </a:bodyPr>
          <a:lstStyle/>
          <a:p>
            <a:pPr lvl="0" defTabSz="914400" eaLnBrk="0" fontAlgn="base" hangingPunct="0">
              <a:spcBef>
                <a:spcPct val="0"/>
              </a:spcBef>
              <a:spcAft>
                <a:spcPct val="0"/>
              </a:spcAft>
            </a:pPr>
            <a:r>
              <a:rPr lang="fr-FR" altLang="fr-FR" sz="2400" b="1" dirty="0">
                <a:solidFill>
                  <a:schemeClr val="bg2">
                    <a:lumMod val="25000"/>
                  </a:schemeClr>
                </a:solidFill>
                <a:latin typeface="Bookman Old Style" panose="02050604050505020204" pitchFamily="18" charset="0"/>
                <a:ea typeface="+mj-ea"/>
                <a:cs typeface="+mj-cs"/>
              </a:rPr>
              <a:t>2- Les Objectifs Recherchés</a:t>
            </a:r>
          </a:p>
          <a:p>
            <a:pPr lvl="0" algn="ctr" defTabSz="914400" eaLnBrk="0" fontAlgn="base" hangingPunct="0">
              <a:spcBef>
                <a:spcPct val="0"/>
              </a:spcBef>
              <a:spcAft>
                <a:spcPct val="0"/>
              </a:spcAft>
            </a:pPr>
            <a:endParaRPr lang="fr-FR" altLang="fr-FR" sz="2400" dirty="0">
              <a:latin typeface="Bookman Old Style" panose="02050604050505020204" pitchFamily="18" charset="0"/>
            </a:endParaRPr>
          </a:p>
          <a:p>
            <a:pPr lvl="0" defTabSz="914400" eaLnBrk="0" fontAlgn="base" hangingPunct="0">
              <a:lnSpc>
                <a:spcPct val="200000"/>
              </a:lnSpc>
              <a:spcBef>
                <a:spcPct val="0"/>
              </a:spcBef>
              <a:spcAft>
                <a:spcPct val="0"/>
              </a:spcAft>
              <a:buFontTx/>
              <a:buChar char="•"/>
            </a:pPr>
            <a:r>
              <a:rPr lang="fr-FR" altLang="fr-FR" sz="2400" dirty="0">
                <a:solidFill>
                  <a:srgbClr val="0A0A0A"/>
                </a:solidFill>
                <a:latin typeface="Bookman Old Style" panose="02050604050505020204" pitchFamily="18" charset="0"/>
              </a:rPr>
              <a:t>Politique  </a:t>
            </a:r>
          </a:p>
          <a:p>
            <a:pPr lvl="0" defTabSz="914400" eaLnBrk="0" fontAlgn="base" hangingPunct="0">
              <a:lnSpc>
                <a:spcPct val="200000"/>
              </a:lnSpc>
              <a:spcBef>
                <a:spcPct val="0"/>
              </a:spcBef>
              <a:spcAft>
                <a:spcPct val="0"/>
              </a:spcAft>
              <a:buFontTx/>
              <a:buChar char="•"/>
            </a:pPr>
            <a:r>
              <a:rPr lang="fr-FR" altLang="fr-FR" sz="2400" dirty="0">
                <a:solidFill>
                  <a:srgbClr val="0A0A0A"/>
                </a:solidFill>
                <a:latin typeface="Bookman Old Style" panose="02050604050505020204" pitchFamily="18" charset="0"/>
              </a:rPr>
              <a:t>Financier </a:t>
            </a:r>
          </a:p>
          <a:p>
            <a:pPr lvl="0" defTabSz="914400" eaLnBrk="0" fontAlgn="base" hangingPunct="0">
              <a:lnSpc>
                <a:spcPct val="200000"/>
              </a:lnSpc>
              <a:spcBef>
                <a:spcPct val="0"/>
              </a:spcBef>
              <a:spcAft>
                <a:spcPct val="0"/>
              </a:spcAft>
              <a:buFontTx/>
              <a:buChar char="•"/>
            </a:pPr>
            <a:r>
              <a:rPr lang="fr-FR" altLang="fr-FR" sz="2400" dirty="0">
                <a:solidFill>
                  <a:srgbClr val="0A0A0A"/>
                </a:solidFill>
                <a:latin typeface="Bookman Old Style" panose="02050604050505020204" pitchFamily="18" charset="0"/>
              </a:rPr>
              <a:t>Sociétal </a:t>
            </a:r>
          </a:p>
        </p:txBody>
      </p:sp>
      <p:sp>
        <p:nvSpPr>
          <p:cNvPr id="3" name="Titre 4">
            <a:extLst>
              <a:ext uri="{FF2B5EF4-FFF2-40B4-BE49-F238E27FC236}">
                <a16:creationId xmlns:a16="http://schemas.microsoft.com/office/drawing/2014/main" id="{8C8201A9-2B71-77FD-C158-65488C75373A}"/>
              </a:ext>
            </a:extLst>
          </p:cNvPr>
          <p:cNvSpPr txBox="1">
            <a:spLocks/>
          </p:cNvSpPr>
          <p:nvPr/>
        </p:nvSpPr>
        <p:spPr>
          <a:xfrm>
            <a:off x="3120165" y="537707"/>
            <a:ext cx="5404385" cy="799441"/>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400050" indent="-400050" defTabSz="914400" eaLnBrk="0" fontAlgn="base" hangingPunct="0">
              <a:spcAft>
                <a:spcPct val="0"/>
              </a:spcAft>
              <a:buAutoNum type="romanUcPeriod"/>
            </a:pPr>
            <a:r>
              <a:rPr lang="fr-FR" altLang="fr-FR" sz="2000" b="1" dirty="0">
                <a:solidFill>
                  <a:schemeClr val="bg2">
                    <a:lumMod val="25000"/>
                  </a:schemeClr>
                </a:solidFill>
                <a:latin typeface="Bookman Old Style" panose="02050604050505020204" pitchFamily="18" charset="0"/>
              </a:rPr>
              <a:t>La désinformation et les "Fake News </a:t>
            </a:r>
          </a:p>
          <a:p>
            <a:pPr defTabSz="914400" eaLnBrk="0" fontAlgn="base" hangingPunct="0">
              <a:spcAft>
                <a:spcPct val="0"/>
              </a:spcAft>
            </a:pPr>
            <a:r>
              <a:rPr lang="fr-FR" altLang="fr-FR" sz="2000" b="1" dirty="0">
                <a:solidFill>
                  <a:schemeClr val="bg2">
                    <a:lumMod val="25000"/>
                  </a:schemeClr>
                </a:solidFill>
                <a:latin typeface="Bookman Old Style" panose="02050604050505020204" pitchFamily="18" charset="0"/>
              </a:rPr>
              <a:t> 3-Comment s'en protéger ?</a:t>
            </a:r>
            <a:br>
              <a:rPr lang="fr-FR" altLang="fr-FR" sz="2000" b="1" dirty="0">
                <a:solidFill>
                  <a:schemeClr val="bg2">
                    <a:lumMod val="25000"/>
                  </a:schemeClr>
                </a:solidFill>
                <a:latin typeface="Bookman Old Style" panose="02050604050505020204" pitchFamily="18" charset="0"/>
              </a:rPr>
            </a:br>
            <a:endParaRPr lang="fr-FR" sz="2000" b="1" dirty="0">
              <a:solidFill>
                <a:schemeClr val="bg2">
                  <a:lumMod val="25000"/>
                </a:schemeClr>
              </a:solidFill>
              <a:latin typeface="Bookman Old Style" panose="02050604050505020204" pitchFamily="18" charset="0"/>
            </a:endParaRPr>
          </a:p>
        </p:txBody>
      </p:sp>
      <p:pic>
        <p:nvPicPr>
          <p:cNvPr id="4" name="Espace réservé du contenu 9">
            <a:extLst>
              <a:ext uri="{FF2B5EF4-FFF2-40B4-BE49-F238E27FC236}">
                <a16:creationId xmlns:a16="http://schemas.microsoft.com/office/drawing/2014/main" id="{6F8D8A1E-4411-62FE-A7C0-BDB535237A2C}"/>
              </a:ext>
            </a:extLst>
          </p:cNvPr>
          <p:cNvPicPr>
            <a:picLocks noChangeAspect="1"/>
          </p:cNvPicPr>
          <p:nvPr/>
        </p:nvPicPr>
        <p:blipFill>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tretch>
            <a:fillRect/>
          </a:stretch>
        </p:blipFill>
        <p:spPr>
          <a:xfrm>
            <a:off x="7412576" y="1549725"/>
            <a:ext cx="4705945" cy="1392612"/>
          </a:xfrm>
          <a:prstGeom prst="rect">
            <a:avLst/>
          </a:prstGeom>
        </p:spPr>
      </p:pic>
      <p:sp>
        <p:nvSpPr>
          <p:cNvPr id="10" name="ZoneTexte 9">
            <a:extLst>
              <a:ext uri="{FF2B5EF4-FFF2-40B4-BE49-F238E27FC236}">
                <a16:creationId xmlns:a16="http://schemas.microsoft.com/office/drawing/2014/main" id="{C11A470C-A421-CC2A-DB4B-302E3D97CD0C}"/>
              </a:ext>
            </a:extLst>
          </p:cNvPr>
          <p:cNvSpPr txBox="1"/>
          <p:nvPr/>
        </p:nvSpPr>
        <p:spPr>
          <a:xfrm>
            <a:off x="531812" y="6143096"/>
            <a:ext cx="3569617" cy="307777"/>
          </a:xfrm>
          <a:prstGeom prst="rect">
            <a:avLst/>
          </a:prstGeom>
          <a:noFill/>
        </p:spPr>
        <p:txBody>
          <a:bodyPr wrap="square" rtlCol="0">
            <a:spAutoFit/>
          </a:bodyPr>
          <a:lstStyle/>
          <a:p>
            <a:r>
              <a:rPr lang="fr-FR" altLang="fr-FR" sz="1400" b="1" dirty="0">
                <a:solidFill>
                  <a:srgbClr val="0A0A0A"/>
                </a:solidFill>
                <a:latin typeface="Bookman Old Style" panose="02050604050505020204" pitchFamily="18" charset="0"/>
              </a:rPr>
              <a:t>Législation :</a:t>
            </a:r>
            <a:r>
              <a:rPr lang="fr-FR" altLang="fr-FR" sz="1400" dirty="0">
                <a:solidFill>
                  <a:srgbClr val="0A0A0A"/>
                </a:solidFill>
                <a:latin typeface="Bookman Old Style" panose="02050604050505020204" pitchFamily="18" charset="0"/>
              </a:rPr>
              <a:t> </a:t>
            </a:r>
            <a:r>
              <a:rPr lang="fr-FR" altLang="fr-FR" sz="1400" b="1" dirty="0">
                <a:solidFill>
                  <a:srgbClr val="0A0A0A"/>
                </a:solidFill>
                <a:latin typeface="Bookman Old Style" panose="02050604050505020204" pitchFamily="18" charset="0"/>
              </a:rPr>
              <a:t>Éducation aux médias</a:t>
            </a:r>
            <a:endParaRPr lang="fr-FR" sz="1400" dirty="0"/>
          </a:p>
        </p:txBody>
      </p:sp>
      <p:sp>
        <p:nvSpPr>
          <p:cNvPr id="11" name="ZoneTexte 10">
            <a:extLst>
              <a:ext uri="{FF2B5EF4-FFF2-40B4-BE49-F238E27FC236}">
                <a16:creationId xmlns:a16="http://schemas.microsoft.com/office/drawing/2014/main" id="{B013BC2E-1490-1352-3978-4093B026BD20}"/>
              </a:ext>
            </a:extLst>
          </p:cNvPr>
          <p:cNvSpPr txBox="1"/>
          <p:nvPr/>
        </p:nvSpPr>
        <p:spPr>
          <a:xfrm>
            <a:off x="8062357" y="2896126"/>
            <a:ext cx="3705182" cy="376642"/>
          </a:xfrm>
          <a:prstGeom prst="rect">
            <a:avLst/>
          </a:prstGeom>
          <a:noFill/>
        </p:spPr>
        <p:txBody>
          <a:bodyPr wrap="square" rtlCol="0">
            <a:spAutoFit/>
          </a:bodyPr>
          <a:lstStyle/>
          <a:p>
            <a:pPr lvl="0" defTabSz="914400">
              <a:lnSpc>
                <a:spcPct val="150000"/>
              </a:lnSpc>
              <a:buFontTx/>
              <a:buChar char="•"/>
            </a:pPr>
            <a:r>
              <a:rPr lang="fr-FR" altLang="fr-FR" sz="1400" b="1" dirty="0">
                <a:solidFill>
                  <a:srgbClr val="0A0A0A"/>
                </a:solidFill>
                <a:latin typeface="Bookman Old Style" panose="02050604050505020204" pitchFamily="18" charset="0"/>
              </a:rPr>
              <a:t>Vérification des faits (Fact-checking)</a:t>
            </a:r>
            <a:endParaRPr lang="fr-FR" sz="1400" dirty="0"/>
          </a:p>
        </p:txBody>
      </p:sp>
      <p:sp>
        <p:nvSpPr>
          <p:cNvPr id="12" name="ZoneTexte 11">
            <a:extLst>
              <a:ext uri="{FF2B5EF4-FFF2-40B4-BE49-F238E27FC236}">
                <a16:creationId xmlns:a16="http://schemas.microsoft.com/office/drawing/2014/main" id="{BC9126F6-2169-5447-9921-5CEAC126EBE8}"/>
              </a:ext>
            </a:extLst>
          </p:cNvPr>
          <p:cNvSpPr txBox="1"/>
          <p:nvPr/>
        </p:nvSpPr>
        <p:spPr>
          <a:xfrm>
            <a:off x="2376968" y="124058"/>
            <a:ext cx="7579283" cy="1618200"/>
          </a:xfrm>
          <a:prstGeom prst="rect">
            <a:avLst/>
          </a:prstGeom>
          <a:noFill/>
        </p:spPr>
        <p:txBody>
          <a:bodyPr wrap="square" rtlCol="0">
            <a:spAutoFit/>
          </a:bodyPr>
          <a:lstStyle/>
          <a:p>
            <a:pPr lvl="0" defTabSz="914400">
              <a:lnSpc>
                <a:spcPct val="150000"/>
              </a:lnSpc>
            </a:pPr>
            <a:r>
              <a:rPr lang="fr-FR" altLang="fr-FR" sz="2800" b="1" u="sng" dirty="0">
                <a:solidFill>
                  <a:schemeClr val="bg2">
                    <a:lumMod val="25000"/>
                  </a:schemeClr>
                </a:solidFill>
                <a:latin typeface="Bookman Old Style" panose="02050604050505020204" pitchFamily="18" charset="0"/>
              </a:rPr>
              <a:t>Partie I</a:t>
            </a:r>
            <a:r>
              <a:rPr lang="fr-FR" altLang="fr-FR" sz="2800" b="1" dirty="0">
                <a:solidFill>
                  <a:schemeClr val="bg2">
                    <a:lumMod val="25000"/>
                  </a:schemeClr>
                </a:solidFill>
                <a:latin typeface="Bookman Old Style" panose="02050604050505020204" pitchFamily="18" charset="0"/>
              </a:rPr>
              <a:t>: </a:t>
            </a:r>
          </a:p>
          <a:p>
            <a:pPr lvl="0" defTabSz="914400">
              <a:lnSpc>
                <a:spcPct val="150000"/>
              </a:lnSpc>
            </a:pPr>
            <a:r>
              <a:rPr lang="fr-FR" altLang="fr-FR" sz="2400" b="1" u="sng" dirty="0">
                <a:solidFill>
                  <a:schemeClr val="bg2">
                    <a:lumMod val="25000"/>
                  </a:schemeClr>
                </a:solidFill>
                <a:latin typeface="Bookman Old Style" panose="02050604050505020204" pitchFamily="18" charset="0"/>
              </a:rPr>
              <a:t>II. L'usurpation d'identité et le piratage:</a:t>
            </a:r>
          </a:p>
          <a:p>
            <a:pPr lvl="0">
              <a:lnSpc>
                <a:spcPct val="150000"/>
              </a:lnSpc>
              <a:buFontTx/>
              <a:buChar char="•"/>
            </a:pPr>
            <a:endParaRPr lang="fr-FR" altLang="fr-FR" sz="1600" b="1" dirty="0">
              <a:solidFill>
                <a:srgbClr val="0A0A0A"/>
              </a:solidFill>
              <a:latin typeface="Bookman Old Style" panose="02050604050505020204" pitchFamily="18" charset="0"/>
            </a:endParaRPr>
          </a:p>
        </p:txBody>
      </p:sp>
      <p:pic>
        <p:nvPicPr>
          <p:cNvPr id="14" name="Espace réservé du contenu 12">
            <a:extLst>
              <a:ext uri="{FF2B5EF4-FFF2-40B4-BE49-F238E27FC236}">
                <a16:creationId xmlns:a16="http://schemas.microsoft.com/office/drawing/2014/main" id="{16D0F172-B23F-9F8A-0FA1-48245F007473}"/>
              </a:ext>
            </a:extLst>
          </p:cNvPr>
          <p:cNvPicPr>
            <a:picLocks noChangeAspect="1"/>
          </p:cNvPicPr>
          <p:nvPr/>
        </p:nvPicPr>
        <p:blipFill>
          <a:blip r:embed="rId9">
            <a:extLst>
              <a:ext uri="{28A0092B-C50C-407E-A947-70E740481C1C}">
                <a14:useLocalDpi xmlns:a14="http://schemas.microsoft.com/office/drawing/2010/main" val="0"/>
              </a:ext>
              <a:ext uri="{837473B0-CC2E-450A-ABE3-18F120FF3D39}">
                <a1611:picAttrSrcUrl xmlns:a1611="http://schemas.microsoft.com/office/drawing/2016/11/main" r:id="rId10"/>
              </a:ext>
            </a:extLst>
          </a:blip>
          <a:stretch>
            <a:fillRect/>
          </a:stretch>
        </p:blipFill>
        <p:spPr>
          <a:xfrm>
            <a:off x="215547" y="4236336"/>
            <a:ext cx="4705095" cy="1869110"/>
          </a:xfrm>
          <a:prstGeom prst="rect">
            <a:avLst/>
          </a:prstGeom>
        </p:spPr>
      </p:pic>
      <p:pic>
        <p:nvPicPr>
          <p:cNvPr id="18" name="Image 17">
            <a:extLst>
              <a:ext uri="{FF2B5EF4-FFF2-40B4-BE49-F238E27FC236}">
                <a16:creationId xmlns:a16="http://schemas.microsoft.com/office/drawing/2014/main" id="{4F555FF9-C67A-2D0C-E63D-5C18FE9CA089}"/>
              </a:ext>
            </a:extLst>
          </p:cNvPr>
          <p:cNvPicPr>
            <a:picLocks noChangeAspect="1"/>
          </p:cNvPicPr>
          <p:nvPr/>
        </p:nvPicPr>
        <p:blipFill>
          <a:blip r:embed="rId11">
            <a:extLst>
              <a:ext uri="{28A0092B-C50C-407E-A947-70E740481C1C}">
                <a14:useLocalDpi xmlns:a14="http://schemas.microsoft.com/office/drawing/2010/main" val="0"/>
              </a:ext>
              <a:ext uri="{837473B0-CC2E-450A-ABE3-18F120FF3D39}">
                <a1611:picAttrSrcUrl xmlns:a1611="http://schemas.microsoft.com/office/drawing/2016/11/main" r:id="rId12"/>
              </a:ext>
            </a:extLst>
          </a:blip>
          <a:stretch>
            <a:fillRect/>
          </a:stretch>
        </p:blipFill>
        <p:spPr>
          <a:xfrm>
            <a:off x="7412577" y="5378824"/>
            <a:ext cx="4705944" cy="1303499"/>
          </a:xfrm>
          <a:prstGeom prst="rect">
            <a:avLst/>
          </a:prstGeom>
        </p:spPr>
      </p:pic>
      <p:sp>
        <p:nvSpPr>
          <p:cNvPr id="19" name="ZoneTexte 18">
            <a:extLst>
              <a:ext uri="{FF2B5EF4-FFF2-40B4-BE49-F238E27FC236}">
                <a16:creationId xmlns:a16="http://schemas.microsoft.com/office/drawing/2014/main" id="{76C47CEC-69CA-0BD9-700E-F1EBF4109E9E}"/>
              </a:ext>
            </a:extLst>
          </p:cNvPr>
          <p:cNvSpPr txBox="1"/>
          <p:nvPr/>
        </p:nvSpPr>
        <p:spPr>
          <a:xfrm>
            <a:off x="4985525" y="6266207"/>
            <a:ext cx="2585095" cy="369332"/>
          </a:xfrm>
          <a:prstGeom prst="rect">
            <a:avLst/>
          </a:prstGeom>
          <a:noFill/>
        </p:spPr>
        <p:txBody>
          <a:bodyPr wrap="square" rtlCol="0">
            <a:spAutoFit/>
          </a:bodyPr>
          <a:lstStyle/>
          <a:p>
            <a:r>
              <a:rPr lang="fr-FR" altLang="fr-FR" b="1" dirty="0">
                <a:solidFill>
                  <a:srgbClr val="0A0A0A"/>
                </a:solidFill>
                <a:latin typeface="Bookman Old Style" panose="02050604050505020204" pitchFamily="18" charset="0"/>
              </a:rPr>
              <a:t>1. Ce que dit la Loi</a:t>
            </a:r>
            <a:endParaRPr lang="fr-FR" dirty="0"/>
          </a:p>
        </p:txBody>
      </p:sp>
    </p:spTree>
    <p:extLst>
      <p:ext uri="{BB962C8B-B14F-4D97-AF65-F5344CB8AC3E}">
        <p14:creationId xmlns:p14="http://schemas.microsoft.com/office/powerpoint/2010/main" val="1388504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1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p:cTn id="13" dur="500" fill="hold"/>
                                        <p:tgtEl>
                                          <p:spTgt spid="7"/>
                                        </p:tgtEl>
                                        <p:attrNameLst>
                                          <p:attrName>ppt_w</p:attrName>
                                        </p:attrNameLst>
                                      </p:cBhvr>
                                      <p:tavLst>
                                        <p:tav tm="0">
                                          <p:val>
                                            <p:fltVal val="0"/>
                                          </p:val>
                                        </p:tav>
                                        <p:tav tm="100000">
                                          <p:val>
                                            <p:strVal val="#ppt_w"/>
                                          </p:val>
                                        </p:tav>
                                      </p:tavLst>
                                    </p:anim>
                                    <p:anim calcmode="lin" valueType="num">
                                      <p:cBhvr>
                                        <p:cTn id="14" dur="500" fill="hold"/>
                                        <p:tgtEl>
                                          <p:spTgt spid="7"/>
                                        </p:tgtEl>
                                        <p:attrNameLst>
                                          <p:attrName>ppt_h</p:attrName>
                                        </p:attrNameLst>
                                      </p:cBhvr>
                                      <p:tavLst>
                                        <p:tav tm="0">
                                          <p:val>
                                            <p:strVal val="#ppt_h"/>
                                          </p:val>
                                        </p:tav>
                                        <p:tav tm="100000">
                                          <p:val>
                                            <p:strVal val="#ppt_h"/>
                                          </p:val>
                                        </p:tav>
                                      </p:tavLst>
                                    </p:anim>
                                  </p:childTnLst>
                                </p:cTn>
                              </p:par>
                              <p:par>
                                <p:cTn id="15" presetID="17" presetClass="entr" presetSubtype="1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p:cTn id="17" dur="500" fill="hold"/>
                                        <p:tgtEl>
                                          <p:spTgt spid="8"/>
                                        </p:tgtEl>
                                        <p:attrNameLst>
                                          <p:attrName>ppt_w</p:attrName>
                                        </p:attrNameLst>
                                      </p:cBhvr>
                                      <p:tavLst>
                                        <p:tav tm="0">
                                          <p:val>
                                            <p:fltVal val="0"/>
                                          </p:val>
                                        </p:tav>
                                        <p:tav tm="100000">
                                          <p:val>
                                            <p:strVal val="#ppt_w"/>
                                          </p:val>
                                        </p:tav>
                                      </p:tavLst>
                                    </p:anim>
                                    <p:anim calcmode="lin" valueType="num">
                                      <p:cBhvr>
                                        <p:cTn id="18" dur="500" fill="hold"/>
                                        <p:tgtEl>
                                          <p:spTgt spid="8"/>
                                        </p:tgtEl>
                                        <p:attrNameLst>
                                          <p:attrName>ppt_h</p:attrName>
                                        </p:attrNameLst>
                                      </p:cBhvr>
                                      <p:tavLst>
                                        <p:tav tm="0">
                                          <p:val>
                                            <p:strVal val="#ppt_h"/>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17" presetClass="entr" presetSubtype="1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anim calcmode="lin" valueType="num">
                                      <p:cBhvr>
                                        <p:cTn id="23" dur="500" fill="hold"/>
                                        <p:tgtEl>
                                          <p:spTgt spid="4"/>
                                        </p:tgtEl>
                                        <p:attrNameLst>
                                          <p:attrName>ppt_w</p:attrName>
                                        </p:attrNameLst>
                                      </p:cBhvr>
                                      <p:tavLst>
                                        <p:tav tm="0">
                                          <p:val>
                                            <p:fltVal val="0"/>
                                          </p:val>
                                        </p:tav>
                                        <p:tav tm="100000">
                                          <p:val>
                                            <p:strVal val="#ppt_w"/>
                                          </p:val>
                                        </p:tav>
                                      </p:tavLst>
                                    </p:anim>
                                    <p:anim calcmode="lin" valueType="num">
                                      <p:cBhvr>
                                        <p:cTn id="24" dur="500" fill="hold"/>
                                        <p:tgtEl>
                                          <p:spTgt spid="4"/>
                                        </p:tgtEl>
                                        <p:attrNameLst>
                                          <p:attrName>ppt_h</p:attrName>
                                        </p:attrNameLst>
                                      </p:cBhvr>
                                      <p:tavLst>
                                        <p:tav tm="0">
                                          <p:val>
                                            <p:strVal val="#ppt_h"/>
                                          </p:val>
                                        </p:tav>
                                        <p:tav tm="100000">
                                          <p:val>
                                            <p:strVal val="#ppt_h"/>
                                          </p:val>
                                        </p:tav>
                                      </p:tavLst>
                                    </p:anim>
                                  </p:childTnLst>
                                </p:cTn>
                              </p:par>
                              <p:par>
                                <p:cTn id="25" presetID="17" presetClass="entr" presetSubtype="1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p:cTn id="27" dur="500" fill="hold"/>
                                        <p:tgtEl>
                                          <p:spTgt spid="11"/>
                                        </p:tgtEl>
                                        <p:attrNameLst>
                                          <p:attrName>ppt_w</p:attrName>
                                        </p:attrNameLst>
                                      </p:cBhvr>
                                      <p:tavLst>
                                        <p:tav tm="0">
                                          <p:val>
                                            <p:fltVal val="0"/>
                                          </p:val>
                                        </p:tav>
                                        <p:tav tm="100000">
                                          <p:val>
                                            <p:strVal val="#ppt_w"/>
                                          </p:val>
                                        </p:tav>
                                      </p:tavLst>
                                    </p:anim>
                                    <p:anim calcmode="lin" valueType="num">
                                      <p:cBhvr>
                                        <p:cTn id="28" dur="500" fill="hold"/>
                                        <p:tgtEl>
                                          <p:spTgt spid="11"/>
                                        </p:tgtEl>
                                        <p:attrNameLst>
                                          <p:attrName>ppt_h</p:attrName>
                                        </p:attrNameLst>
                                      </p:cBhvr>
                                      <p:tavLst>
                                        <p:tav tm="0">
                                          <p:val>
                                            <p:strVal val="#ppt_h"/>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31" presetID="17" presetClass="entr" presetSubtype="10" fill="hold" nodeType="clickEffect">
                                  <p:stCondLst>
                                    <p:cond delay="0"/>
                                  </p:stCondLst>
                                  <p:childTnLst>
                                    <p:set>
                                      <p:cBhvr>
                                        <p:cTn id="32" dur="1" fill="hold">
                                          <p:stCondLst>
                                            <p:cond delay="0"/>
                                          </p:stCondLst>
                                        </p:cTn>
                                        <p:tgtEl>
                                          <p:spTgt spid="14"/>
                                        </p:tgtEl>
                                        <p:attrNameLst>
                                          <p:attrName>style.visibility</p:attrName>
                                        </p:attrNameLst>
                                      </p:cBhvr>
                                      <p:to>
                                        <p:strVal val="visible"/>
                                      </p:to>
                                    </p:set>
                                    <p:anim calcmode="lin" valueType="num">
                                      <p:cBhvr>
                                        <p:cTn id="33" dur="500" fill="hold"/>
                                        <p:tgtEl>
                                          <p:spTgt spid="14"/>
                                        </p:tgtEl>
                                        <p:attrNameLst>
                                          <p:attrName>ppt_w</p:attrName>
                                        </p:attrNameLst>
                                      </p:cBhvr>
                                      <p:tavLst>
                                        <p:tav tm="0">
                                          <p:val>
                                            <p:fltVal val="0"/>
                                          </p:val>
                                        </p:tav>
                                        <p:tav tm="100000">
                                          <p:val>
                                            <p:strVal val="#ppt_w"/>
                                          </p:val>
                                        </p:tav>
                                      </p:tavLst>
                                    </p:anim>
                                    <p:anim calcmode="lin" valueType="num">
                                      <p:cBhvr>
                                        <p:cTn id="34" dur="500" fill="hold"/>
                                        <p:tgtEl>
                                          <p:spTgt spid="14"/>
                                        </p:tgtEl>
                                        <p:attrNameLst>
                                          <p:attrName>ppt_h</p:attrName>
                                        </p:attrNameLst>
                                      </p:cBhvr>
                                      <p:tavLst>
                                        <p:tav tm="0">
                                          <p:val>
                                            <p:strVal val="#ppt_h"/>
                                          </p:val>
                                        </p:tav>
                                        <p:tav tm="100000">
                                          <p:val>
                                            <p:strVal val="#ppt_h"/>
                                          </p:val>
                                        </p:tav>
                                      </p:tavLst>
                                    </p:anim>
                                  </p:childTnLst>
                                </p:cTn>
                              </p:par>
                              <p:par>
                                <p:cTn id="35" presetID="17" presetClass="entr" presetSubtype="10"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p:cTn id="37" dur="500" fill="hold"/>
                                        <p:tgtEl>
                                          <p:spTgt spid="10"/>
                                        </p:tgtEl>
                                        <p:attrNameLst>
                                          <p:attrName>ppt_w</p:attrName>
                                        </p:attrNameLst>
                                      </p:cBhvr>
                                      <p:tavLst>
                                        <p:tav tm="0">
                                          <p:val>
                                            <p:fltVal val="0"/>
                                          </p:val>
                                        </p:tav>
                                        <p:tav tm="100000">
                                          <p:val>
                                            <p:strVal val="#ppt_w"/>
                                          </p:val>
                                        </p:tav>
                                      </p:tavLst>
                                    </p:anim>
                                    <p:anim calcmode="lin" valueType="num">
                                      <p:cBhvr>
                                        <p:cTn id="38" dur="500" fill="hold"/>
                                        <p:tgtEl>
                                          <p:spTgt spid="10"/>
                                        </p:tgtEl>
                                        <p:attrNameLst>
                                          <p:attrName>ppt_h</p:attrName>
                                        </p:attrNameLst>
                                      </p:cBhvr>
                                      <p:tavLst>
                                        <p:tav tm="0">
                                          <p:val>
                                            <p:strVal val="#ppt_h"/>
                                          </p:val>
                                        </p:tav>
                                        <p:tav tm="100000">
                                          <p:val>
                                            <p:strVal val="#ppt_h"/>
                                          </p:val>
                                        </p:tav>
                                      </p:tavLst>
                                    </p:anim>
                                  </p:childTnLst>
                                </p:cTn>
                              </p:par>
                            </p:childTnLst>
                          </p:cTn>
                        </p:par>
                      </p:childTnLst>
                    </p:cTn>
                  </p:par>
                  <p:par>
                    <p:cTn id="39" fill="hold">
                      <p:stCondLst>
                        <p:cond delay="indefinite"/>
                      </p:stCondLst>
                      <p:childTnLst>
                        <p:par>
                          <p:cTn id="40" fill="hold">
                            <p:stCondLst>
                              <p:cond delay="0"/>
                            </p:stCondLst>
                            <p:childTnLst>
                              <p:par>
                                <p:cTn id="41" presetID="17" presetClass="entr" presetSubtype="10" fill="hold" nodeType="clickEffect">
                                  <p:stCondLst>
                                    <p:cond delay="0"/>
                                  </p:stCondLst>
                                  <p:childTnLst>
                                    <p:set>
                                      <p:cBhvr>
                                        <p:cTn id="42" dur="1" fill="hold">
                                          <p:stCondLst>
                                            <p:cond delay="0"/>
                                          </p:stCondLst>
                                        </p:cTn>
                                        <p:tgtEl>
                                          <p:spTgt spid="13"/>
                                        </p:tgtEl>
                                        <p:attrNameLst>
                                          <p:attrName>style.visibility</p:attrName>
                                        </p:attrNameLst>
                                      </p:cBhvr>
                                      <p:to>
                                        <p:strVal val="visible"/>
                                      </p:to>
                                    </p:set>
                                    <p:anim calcmode="lin" valueType="num">
                                      <p:cBhvr>
                                        <p:cTn id="43" dur="500" fill="hold"/>
                                        <p:tgtEl>
                                          <p:spTgt spid="13"/>
                                        </p:tgtEl>
                                        <p:attrNameLst>
                                          <p:attrName>ppt_w</p:attrName>
                                        </p:attrNameLst>
                                      </p:cBhvr>
                                      <p:tavLst>
                                        <p:tav tm="0">
                                          <p:val>
                                            <p:fltVal val="0"/>
                                          </p:val>
                                        </p:tav>
                                        <p:tav tm="100000">
                                          <p:val>
                                            <p:strVal val="#ppt_w"/>
                                          </p:val>
                                        </p:tav>
                                      </p:tavLst>
                                    </p:anim>
                                    <p:anim calcmode="lin" valueType="num">
                                      <p:cBhvr>
                                        <p:cTn id="44" dur="500" fill="hold"/>
                                        <p:tgtEl>
                                          <p:spTgt spid="13"/>
                                        </p:tgtEl>
                                        <p:attrNameLst>
                                          <p:attrName>ppt_h</p:attrName>
                                        </p:attrNameLst>
                                      </p:cBhvr>
                                      <p:tavLst>
                                        <p:tav tm="0">
                                          <p:val>
                                            <p:strVal val="#ppt_h"/>
                                          </p:val>
                                        </p:tav>
                                        <p:tav tm="100000">
                                          <p:val>
                                            <p:strVal val="#ppt_h"/>
                                          </p:val>
                                        </p:tav>
                                      </p:tavLst>
                                    </p:anim>
                                  </p:childTnLst>
                                </p:cTn>
                              </p:par>
                              <p:par>
                                <p:cTn id="45" presetID="17" presetClass="entr" presetSubtype="1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 calcmode="lin" valueType="num">
                                      <p:cBhvr>
                                        <p:cTn id="47" dur="500" fill="hold"/>
                                        <p:tgtEl>
                                          <p:spTgt spid="16"/>
                                        </p:tgtEl>
                                        <p:attrNameLst>
                                          <p:attrName>ppt_w</p:attrName>
                                        </p:attrNameLst>
                                      </p:cBhvr>
                                      <p:tavLst>
                                        <p:tav tm="0">
                                          <p:val>
                                            <p:fltVal val="0"/>
                                          </p:val>
                                        </p:tav>
                                        <p:tav tm="100000">
                                          <p:val>
                                            <p:strVal val="#ppt_w"/>
                                          </p:val>
                                        </p:tav>
                                      </p:tavLst>
                                    </p:anim>
                                    <p:anim calcmode="lin" valueType="num">
                                      <p:cBhvr>
                                        <p:cTn id="48" dur="500" fill="hold"/>
                                        <p:tgtEl>
                                          <p:spTgt spid="16"/>
                                        </p:tgtEl>
                                        <p:attrNameLst>
                                          <p:attrName>ppt_h</p:attrName>
                                        </p:attrNameLst>
                                      </p:cBhvr>
                                      <p:tavLst>
                                        <p:tav tm="0">
                                          <p:val>
                                            <p:strVal val="#ppt_h"/>
                                          </p:val>
                                        </p:tav>
                                        <p:tav tm="100000">
                                          <p:val>
                                            <p:strVal val="#ppt_h"/>
                                          </p:val>
                                        </p:tav>
                                      </p:tavLst>
                                    </p:anim>
                                  </p:childTnLst>
                                </p:cTn>
                              </p:par>
                            </p:childTnLst>
                          </p:cTn>
                        </p:par>
                      </p:childTnLst>
                    </p:cTn>
                  </p:par>
                  <p:par>
                    <p:cTn id="49" fill="hold">
                      <p:stCondLst>
                        <p:cond delay="indefinite"/>
                      </p:stCondLst>
                      <p:childTnLst>
                        <p:par>
                          <p:cTn id="50" fill="hold">
                            <p:stCondLst>
                              <p:cond delay="0"/>
                            </p:stCondLst>
                            <p:childTnLst>
                              <p:par>
                                <p:cTn id="51" presetID="17" presetClass="entr" presetSubtype="10" fill="hold" nodeType="clickEffect">
                                  <p:stCondLst>
                                    <p:cond delay="0"/>
                                  </p:stCondLst>
                                  <p:childTnLst>
                                    <p:set>
                                      <p:cBhvr>
                                        <p:cTn id="52" dur="1" fill="hold">
                                          <p:stCondLst>
                                            <p:cond delay="0"/>
                                          </p:stCondLst>
                                        </p:cTn>
                                        <p:tgtEl>
                                          <p:spTgt spid="18"/>
                                        </p:tgtEl>
                                        <p:attrNameLst>
                                          <p:attrName>style.visibility</p:attrName>
                                        </p:attrNameLst>
                                      </p:cBhvr>
                                      <p:to>
                                        <p:strVal val="visible"/>
                                      </p:to>
                                    </p:set>
                                    <p:anim calcmode="lin" valueType="num">
                                      <p:cBhvr>
                                        <p:cTn id="53" dur="500" fill="hold"/>
                                        <p:tgtEl>
                                          <p:spTgt spid="18"/>
                                        </p:tgtEl>
                                        <p:attrNameLst>
                                          <p:attrName>ppt_w</p:attrName>
                                        </p:attrNameLst>
                                      </p:cBhvr>
                                      <p:tavLst>
                                        <p:tav tm="0">
                                          <p:val>
                                            <p:fltVal val="0"/>
                                          </p:val>
                                        </p:tav>
                                        <p:tav tm="100000">
                                          <p:val>
                                            <p:strVal val="#ppt_w"/>
                                          </p:val>
                                        </p:tav>
                                      </p:tavLst>
                                    </p:anim>
                                    <p:anim calcmode="lin" valueType="num">
                                      <p:cBhvr>
                                        <p:cTn id="54" dur="500" fill="hold"/>
                                        <p:tgtEl>
                                          <p:spTgt spid="18"/>
                                        </p:tgtEl>
                                        <p:attrNameLst>
                                          <p:attrName>ppt_h</p:attrName>
                                        </p:attrNameLst>
                                      </p:cBhvr>
                                      <p:tavLst>
                                        <p:tav tm="0">
                                          <p:val>
                                            <p:strVal val="#ppt_h"/>
                                          </p:val>
                                        </p:tav>
                                        <p:tav tm="100000">
                                          <p:val>
                                            <p:strVal val="#ppt_h"/>
                                          </p:val>
                                        </p:tav>
                                      </p:tavLst>
                                    </p:anim>
                                  </p:childTnLst>
                                </p:cTn>
                              </p:par>
                              <p:par>
                                <p:cTn id="55" presetID="17" presetClass="entr" presetSubtype="10" fill="hold" grpId="0" nodeType="withEffect">
                                  <p:stCondLst>
                                    <p:cond delay="0"/>
                                  </p:stCondLst>
                                  <p:childTnLst>
                                    <p:set>
                                      <p:cBhvr>
                                        <p:cTn id="56" dur="1" fill="hold">
                                          <p:stCondLst>
                                            <p:cond delay="0"/>
                                          </p:stCondLst>
                                        </p:cTn>
                                        <p:tgtEl>
                                          <p:spTgt spid="19"/>
                                        </p:tgtEl>
                                        <p:attrNameLst>
                                          <p:attrName>style.visibility</p:attrName>
                                        </p:attrNameLst>
                                      </p:cBhvr>
                                      <p:to>
                                        <p:strVal val="visible"/>
                                      </p:to>
                                    </p:set>
                                    <p:anim calcmode="lin" valueType="num">
                                      <p:cBhvr>
                                        <p:cTn id="57" dur="500" fill="hold"/>
                                        <p:tgtEl>
                                          <p:spTgt spid="19"/>
                                        </p:tgtEl>
                                        <p:attrNameLst>
                                          <p:attrName>ppt_w</p:attrName>
                                        </p:attrNameLst>
                                      </p:cBhvr>
                                      <p:tavLst>
                                        <p:tav tm="0">
                                          <p:val>
                                            <p:fltVal val="0"/>
                                          </p:val>
                                        </p:tav>
                                        <p:tav tm="100000">
                                          <p:val>
                                            <p:strVal val="#ppt_w"/>
                                          </p:val>
                                        </p:tav>
                                      </p:tavLst>
                                    </p:anim>
                                    <p:anim calcmode="lin" valueType="num">
                                      <p:cBhvr>
                                        <p:cTn id="58" dur="500" fill="hold"/>
                                        <p:tgtEl>
                                          <p:spTgt spid="19"/>
                                        </p:tgtEl>
                                        <p:attrNameLst>
                                          <p:attrName>ppt_h</p:attrName>
                                        </p:attrNameLst>
                                      </p:cBhvr>
                                      <p:tavLst>
                                        <p:tav tm="0">
                                          <p:val>
                                            <p:strVal val="#ppt_h"/>
                                          </p:val>
                                        </p:tav>
                                        <p:tav tm="100000">
                                          <p:val>
                                            <p:strVal val="#ppt_h"/>
                                          </p:val>
                                        </p:tav>
                                      </p:tavLst>
                                    </p:anim>
                                  </p:childTnLst>
                                </p:cTn>
                              </p:par>
                            </p:childTnLst>
                          </p:cTn>
                        </p:par>
                      </p:childTnLst>
                    </p:cTn>
                  </p:par>
                  <p:par>
                    <p:cTn id="59" fill="hold">
                      <p:stCondLst>
                        <p:cond delay="indefinite"/>
                      </p:stCondLst>
                      <p:childTnLst>
                        <p:par>
                          <p:cTn id="60" fill="hold">
                            <p:stCondLst>
                              <p:cond delay="0"/>
                            </p:stCondLst>
                            <p:childTnLst>
                              <p:par>
                                <p:cTn id="61" presetID="2" presetClass="exit" presetSubtype="4" fill="hold" grpId="1" nodeType="clickEffect">
                                  <p:stCondLst>
                                    <p:cond delay="0"/>
                                  </p:stCondLst>
                                  <p:childTnLst>
                                    <p:anim calcmode="lin" valueType="num">
                                      <p:cBhvr additive="base">
                                        <p:cTn id="62" dur="500"/>
                                        <p:tgtEl>
                                          <p:spTgt spid="2"/>
                                        </p:tgtEl>
                                        <p:attrNameLst>
                                          <p:attrName>ppt_x</p:attrName>
                                        </p:attrNameLst>
                                      </p:cBhvr>
                                      <p:tavLst>
                                        <p:tav tm="0">
                                          <p:val>
                                            <p:strVal val="ppt_x"/>
                                          </p:val>
                                        </p:tav>
                                        <p:tav tm="100000">
                                          <p:val>
                                            <p:strVal val="ppt_x"/>
                                          </p:val>
                                        </p:tav>
                                      </p:tavLst>
                                    </p:anim>
                                    <p:anim calcmode="lin" valueType="num">
                                      <p:cBhvr additive="base">
                                        <p:cTn id="63" dur="500"/>
                                        <p:tgtEl>
                                          <p:spTgt spid="2"/>
                                        </p:tgtEl>
                                        <p:attrNameLst>
                                          <p:attrName>ppt_y</p:attrName>
                                        </p:attrNameLst>
                                      </p:cBhvr>
                                      <p:tavLst>
                                        <p:tav tm="0">
                                          <p:val>
                                            <p:strVal val="ppt_y"/>
                                          </p:val>
                                        </p:tav>
                                        <p:tav tm="100000">
                                          <p:val>
                                            <p:strVal val="1+ppt_h/2"/>
                                          </p:val>
                                        </p:tav>
                                      </p:tavLst>
                                    </p:anim>
                                    <p:set>
                                      <p:cBhvr>
                                        <p:cTn id="64" dur="1" fill="hold">
                                          <p:stCondLst>
                                            <p:cond delay="499"/>
                                          </p:stCondLst>
                                        </p:cTn>
                                        <p:tgtEl>
                                          <p:spTgt spid="2"/>
                                        </p:tgtEl>
                                        <p:attrNameLst>
                                          <p:attrName>style.visibility</p:attrName>
                                        </p:attrNameLst>
                                      </p:cBhvr>
                                      <p:to>
                                        <p:strVal val="hidden"/>
                                      </p:to>
                                    </p:set>
                                  </p:childTnLst>
                                </p:cTn>
                              </p:par>
                              <p:par>
                                <p:cTn id="65" presetID="2" presetClass="exit" presetSubtype="4" fill="hold" nodeType="withEffect">
                                  <p:stCondLst>
                                    <p:cond delay="0"/>
                                  </p:stCondLst>
                                  <p:childTnLst>
                                    <p:anim calcmode="lin" valueType="num">
                                      <p:cBhvr additive="base">
                                        <p:cTn id="66" dur="500"/>
                                        <p:tgtEl>
                                          <p:spTgt spid="7"/>
                                        </p:tgtEl>
                                        <p:attrNameLst>
                                          <p:attrName>ppt_x</p:attrName>
                                        </p:attrNameLst>
                                      </p:cBhvr>
                                      <p:tavLst>
                                        <p:tav tm="0">
                                          <p:val>
                                            <p:strVal val="ppt_x"/>
                                          </p:val>
                                        </p:tav>
                                        <p:tav tm="100000">
                                          <p:val>
                                            <p:strVal val="ppt_x"/>
                                          </p:val>
                                        </p:tav>
                                      </p:tavLst>
                                    </p:anim>
                                    <p:anim calcmode="lin" valueType="num">
                                      <p:cBhvr additive="base">
                                        <p:cTn id="67" dur="500"/>
                                        <p:tgtEl>
                                          <p:spTgt spid="7"/>
                                        </p:tgtEl>
                                        <p:attrNameLst>
                                          <p:attrName>ppt_y</p:attrName>
                                        </p:attrNameLst>
                                      </p:cBhvr>
                                      <p:tavLst>
                                        <p:tav tm="0">
                                          <p:val>
                                            <p:strVal val="ppt_y"/>
                                          </p:val>
                                        </p:tav>
                                        <p:tav tm="100000">
                                          <p:val>
                                            <p:strVal val="1+ppt_h/2"/>
                                          </p:val>
                                        </p:tav>
                                      </p:tavLst>
                                    </p:anim>
                                    <p:set>
                                      <p:cBhvr>
                                        <p:cTn id="68" dur="1" fill="hold">
                                          <p:stCondLst>
                                            <p:cond delay="499"/>
                                          </p:stCondLst>
                                        </p:cTn>
                                        <p:tgtEl>
                                          <p:spTgt spid="7"/>
                                        </p:tgtEl>
                                        <p:attrNameLst>
                                          <p:attrName>style.visibility</p:attrName>
                                        </p:attrNameLst>
                                      </p:cBhvr>
                                      <p:to>
                                        <p:strVal val="hidden"/>
                                      </p:to>
                                    </p:set>
                                  </p:childTnLst>
                                </p:cTn>
                              </p:par>
                              <p:par>
                                <p:cTn id="69" presetID="2" presetClass="exit" presetSubtype="4" fill="hold" grpId="1" nodeType="withEffect">
                                  <p:stCondLst>
                                    <p:cond delay="0"/>
                                  </p:stCondLst>
                                  <p:childTnLst>
                                    <p:anim calcmode="lin" valueType="num">
                                      <p:cBhvr additive="base">
                                        <p:cTn id="70" dur="500"/>
                                        <p:tgtEl>
                                          <p:spTgt spid="8"/>
                                        </p:tgtEl>
                                        <p:attrNameLst>
                                          <p:attrName>ppt_x</p:attrName>
                                        </p:attrNameLst>
                                      </p:cBhvr>
                                      <p:tavLst>
                                        <p:tav tm="0">
                                          <p:val>
                                            <p:strVal val="ppt_x"/>
                                          </p:val>
                                        </p:tav>
                                        <p:tav tm="100000">
                                          <p:val>
                                            <p:strVal val="ppt_x"/>
                                          </p:val>
                                        </p:tav>
                                      </p:tavLst>
                                    </p:anim>
                                    <p:anim calcmode="lin" valueType="num">
                                      <p:cBhvr additive="base">
                                        <p:cTn id="71" dur="500"/>
                                        <p:tgtEl>
                                          <p:spTgt spid="8"/>
                                        </p:tgtEl>
                                        <p:attrNameLst>
                                          <p:attrName>ppt_y</p:attrName>
                                        </p:attrNameLst>
                                      </p:cBhvr>
                                      <p:tavLst>
                                        <p:tav tm="0">
                                          <p:val>
                                            <p:strVal val="ppt_y"/>
                                          </p:val>
                                        </p:tav>
                                        <p:tav tm="100000">
                                          <p:val>
                                            <p:strVal val="1+ppt_h/2"/>
                                          </p:val>
                                        </p:tav>
                                      </p:tavLst>
                                    </p:anim>
                                    <p:set>
                                      <p:cBhvr>
                                        <p:cTn id="72" dur="1" fill="hold">
                                          <p:stCondLst>
                                            <p:cond delay="499"/>
                                          </p:stCondLst>
                                        </p:cTn>
                                        <p:tgtEl>
                                          <p:spTgt spid="8"/>
                                        </p:tgtEl>
                                        <p:attrNameLst>
                                          <p:attrName>style.visibility</p:attrName>
                                        </p:attrNameLst>
                                      </p:cBhvr>
                                      <p:to>
                                        <p:strVal val="hidden"/>
                                      </p:to>
                                    </p:set>
                                  </p:childTnLst>
                                </p:cTn>
                              </p:par>
                              <p:par>
                                <p:cTn id="73" presetID="2" presetClass="exit" presetSubtype="4" fill="hold" nodeType="withEffect">
                                  <p:stCondLst>
                                    <p:cond delay="0"/>
                                  </p:stCondLst>
                                  <p:childTnLst>
                                    <p:anim calcmode="lin" valueType="num">
                                      <p:cBhvr additive="base">
                                        <p:cTn id="74" dur="500"/>
                                        <p:tgtEl>
                                          <p:spTgt spid="4"/>
                                        </p:tgtEl>
                                        <p:attrNameLst>
                                          <p:attrName>ppt_x</p:attrName>
                                        </p:attrNameLst>
                                      </p:cBhvr>
                                      <p:tavLst>
                                        <p:tav tm="0">
                                          <p:val>
                                            <p:strVal val="ppt_x"/>
                                          </p:val>
                                        </p:tav>
                                        <p:tav tm="100000">
                                          <p:val>
                                            <p:strVal val="ppt_x"/>
                                          </p:val>
                                        </p:tav>
                                      </p:tavLst>
                                    </p:anim>
                                    <p:anim calcmode="lin" valueType="num">
                                      <p:cBhvr additive="base">
                                        <p:cTn id="75" dur="500"/>
                                        <p:tgtEl>
                                          <p:spTgt spid="4"/>
                                        </p:tgtEl>
                                        <p:attrNameLst>
                                          <p:attrName>ppt_y</p:attrName>
                                        </p:attrNameLst>
                                      </p:cBhvr>
                                      <p:tavLst>
                                        <p:tav tm="0">
                                          <p:val>
                                            <p:strVal val="ppt_y"/>
                                          </p:val>
                                        </p:tav>
                                        <p:tav tm="100000">
                                          <p:val>
                                            <p:strVal val="1+ppt_h/2"/>
                                          </p:val>
                                        </p:tav>
                                      </p:tavLst>
                                    </p:anim>
                                    <p:set>
                                      <p:cBhvr>
                                        <p:cTn id="76" dur="1" fill="hold">
                                          <p:stCondLst>
                                            <p:cond delay="499"/>
                                          </p:stCondLst>
                                        </p:cTn>
                                        <p:tgtEl>
                                          <p:spTgt spid="4"/>
                                        </p:tgtEl>
                                        <p:attrNameLst>
                                          <p:attrName>style.visibility</p:attrName>
                                        </p:attrNameLst>
                                      </p:cBhvr>
                                      <p:to>
                                        <p:strVal val="hidden"/>
                                      </p:to>
                                    </p:set>
                                  </p:childTnLst>
                                </p:cTn>
                              </p:par>
                              <p:par>
                                <p:cTn id="77" presetID="2" presetClass="exit" presetSubtype="4" fill="hold" grpId="1" nodeType="withEffect">
                                  <p:stCondLst>
                                    <p:cond delay="0"/>
                                  </p:stCondLst>
                                  <p:childTnLst>
                                    <p:anim calcmode="lin" valueType="num">
                                      <p:cBhvr additive="base">
                                        <p:cTn id="78" dur="500"/>
                                        <p:tgtEl>
                                          <p:spTgt spid="11"/>
                                        </p:tgtEl>
                                        <p:attrNameLst>
                                          <p:attrName>ppt_x</p:attrName>
                                        </p:attrNameLst>
                                      </p:cBhvr>
                                      <p:tavLst>
                                        <p:tav tm="0">
                                          <p:val>
                                            <p:strVal val="ppt_x"/>
                                          </p:val>
                                        </p:tav>
                                        <p:tav tm="100000">
                                          <p:val>
                                            <p:strVal val="ppt_x"/>
                                          </p:val>
                                        </p:tav>
                                      </p:tavLst>
                                    </p:anim>
                                    <p:anim calcmode="lin" valueType="num">
                                      <p:cBhvr additive="base">
                                        <p:cTn id="79" dur="500"/>
                                        <p:tgtEl>
                                          <p:spTgt spid="11"/>
                                        </p:tgtEl>
                                        <p:attrNameLst>
                                          <p:attrName>ppt_y</p:attrName>
                                        </p:attrNameLst>
                                      </p:cBhvr>
                                      <p:tavLst>
                                        <p:tav tm="0">
                                          <p:val>
                                            <p:strVal val="ppt_y"/>
                                          </p:val>
                                        </p:tav>
                                        <p:tav tm="100000">
                                          <p:val>
                                            <p:strVal val="1+ppt_h/2"/>
                                          </p:val>
                                        </p:tav>
                                      </p:tavLst>
                                    </p:anim>
                                    <p:set>
                                      <p:cBhvr>
                                        <p:cTn id="80" dur="1" fill="hold">
                                          <p:stCondLst>
                                            <p:cond delay="499"/>
                                          </p:stCondLst>
                                        </p:cTn>
                                        <p:tgtEl>
                                          <p:spTgt spid="11"/>
                                        </p:tgtEl>
                                        <p:attrNameLst>
                                          <p:attrName>style.visibility</p:attrName>
                                        </p:attrNameLst>
                                      </p:cBhvr>
                                      <p:to>
                                        <p:strVal val="hidden"/>
                                      </p:to>
                                    </p:set>
                                  </p:childTnLst>
                                </p:cTn>
                              </p:par>
                              <p:par>
                                <p:cTn id="81" presetID="2" presetClass="exit" presetSubtype="4" fill="hold" nodeType="withEffect">
                                  <p:stCondLst>
                                    <p:cond delay="0"/>
                                  </p:stCondLst>
                                  <p:childTnLst>
                                    <p:anim calcmode="lin" valueType="num">
                                      <p:cBhvr additive="base">
                                        <p:cTn id="82" dur="500"/>
                                        <p:tgtEl>
                                          <p:spTgt spid="14"/>
                                        </p:tgtEl>
                                        <p:attrNameLst>
                                          <p:attrName>ppt_x</p:attrName>
                                        </p:attrNameLst>
                                      </p:cBhvr>
                                      <p:tavLst>
                                        <p:tav tm="0">
                                          <p:val>
                                            <p:strVal val="ppt_x"/>
                                          </p:val>
                                        </p:tav>
                                        <p:tav tm="100000">
                                          <p:val>
                                            <p:strVal val="ppt_x"/>
                                          </p:val>
                                        </p:tav>
                                      </p:tavLst>
                                    </p:anim>
                                    <p:anim calcmode="lin" valueType="num">
                                      <p:cBhvr additive="base">
                                        <p:cTn id="83" dur="500"/>
                                        <p:tgtEl>
                                          <p:spTgt spid="14"/>
                                        </p:tgtEl>
                                        <p:attrNameLst>
                                          <p:attrName>ppt_y</p:attrName>
                                        </p:attrNameLst>
                                      </p:cBhvr>
                                      <p:tavLst>
                                        <p:tav tm="0">
                                          <p:val>
                                            <p:strVal val="ppt_y"/>
                                          </p:val>
                                        </p:tav>
                                        <p:tav tm="100000">
                                          <p:val>
                                            <p:strVal val="1+ppt_h/2"/>
                                          </p:val>
                                        </p:tav>
                                      </p:tavLst>
                                    </p:anim>
                                    <p:set>
                                      <p:cBhvr>
                                        <p:cTn id="84" dur="1" fill="hold">
                                          <p:stCondLst>
                                            <p:cond delay="499"/>
                                          </p:stCondLst>
                                        </p:cTn>
                                        <p:tgtEl>
                                          <p:spTgt spid="14"/>
                                        </p:tgtEl>
                                        <p:attrNameLst>
                                          <p:attrName>style.visibility</p:attrName>
                                        </p:attrNameLst>
                                      </p:cBhvr>
                                      <p:to>
                                        <p:strVal val="hidden"/>
                                      </p:to>
                                    </p:set>
                                  </p:childTnLst>
                                </p:cTn>
                              </p:par>
                              <p:par>
                                <p:cTn id="85" presetID="2" presetClass="exit" presetSubtype="4" fill="hold" grpId="1" nodeType="withEffect">
                                  <p:stCondLst>
                                    <p:cond delay="0"/>
                                  </p:stCondLst>
                                  <p:childTnLst>
                                    <p:anim calcmode="lin" valueType="num">
                                      <p:cBhvr additive="base">
                                        <p:cTn id="86" dur="500"/>
                                        <p:tgtEl>
                                          <p:spTgt spid="10"/>
                                        </p:tgtEl>
                                        <p:attrNameLst>
                                          <p:attrName>ppt_x</p:attrName>
                                        </p:attrNameLst>
                                      </p:cBhvr>
                                      <p:tavLst>
                                        <p:tav tm="0">
                                          <p:val>
                                            <p:strVal val="ppt_x"/>
                                          </p:val>
                                        </p:tav>
                                        <p:tav tm="100000">
                                          <p:val>
                                            <p:strVal val="ppt_x"/>
                                          </p:val>
                                        </p:tav>
                                      </p:tavLst>
                                    </p:anim>
                                    <p:anim calcmode="lin" valueType="num">
                                      <p:cBhvr additive="base">
                                        <p:cTn id="87" dur="500"/>
                                        <p:tgtEl>
                                          <p:spTgt spid="10"/>
                                        </p:tgtEl>
                                        <p:attrNameLst>
                                          <p:attrName>ppt_y</p:attrName>
                                        </p:attrNameLst>
                                      </p:cBhvr>
                                      <p:tavLst>
                                        <p:tav tm="0">
                                          <p:val>
                                            <p:strVal val="ppt_y"/>
                                          </p:val>
                                        </p:tav>
                                        <p:tav tm="100000">
                                          <p:val>
                                            <p:strVal val="1+ppt_h/2"/>
                                          </p:val>
                                        </p:tav>
                                      </p:tavLst>
                                    </p:anim>
                                    <p:set>
                                      <p:cBhvr>
                                        <p:cTn id="88" dur="1" fill="hold">
                                          <p:stCondLst>
                                            <p:cond delay="499"/>
                                          </p:stCondLst>
                                        </p:cTn>
                                        <p:tgtEl>
                                          <p:spTgt spid="10"/>
                                        </p:tgtEl>
                                        <p:attrNameLst>
                                          <p:attrName>style.visibility</p:attrName>
                                        </p:attrNameLst>
                                      </p:cBhvr>
                                      <p:to>
                                        <p:strVal val="hidden"/>
                                      </p:to>
                                    </p:set>
                                  </p:childTnLst>
                                </p:cTn>
                              </p:par>
                              <p:par>
                                <p:cTn id="89" presetID="2" presetClass="exit" presetSubtype="4" fill="hold" nodeType="withEffect">
                                  <p:stCondLst>
                                    <p:cond delay="0"/>
                                  </p:stCondLst>
                                  <p:childTnLst>
                                    <p:anim calcmode="lin" valueType="num">
                                      <p:cBhvr additive="base">
                                        <p:cTn id="90" dur="500"/>
                                        <p:tgtEl>
                                          <p:spTgt spid="13"/>
                                        </p:tgtEl>
                                        <p:attrNameLst>
                                          <p:attrName>ppt_x</p:attrName>
                                        </p:attrNameLst>
                                      </p:cBhvr>
                                      <p:tavLst>
                                        <p:tav tm="0">
                                          <p:val>
                                            <p:strVal val="ppt_x"/>
                                          </p:val>
                                        </p:tav>
                                        <p:tav tm="100000">
                                          <p:val>
                                            <p:strVal val="ppt_x"/>
                                          </p:val>
                                        </p:tav>
                                      </p:tavLst>
                                    </p:anim>
                                    <p:anim calcmode="lin" valueType="num">
                                      <p:cBhvr additive="base">
                                        <p:cTn id="91" dur="500"/>
                                        <p:tgtEl>
                                          <p:spTgt spid="13"/>
                                        </p:tgtEl>
                                        <p:attrNameLst>
                                          <p:attrName>ppt_y</p:attrName>
                                        </p:attrNameLst>
                                      </p:cBhvr>
                                      <p:tavLst>
                                        <p:tav tm="0">
                                          <p:val>
                                            <p:strVal val="ppt_y"/>
                                          </p:val>
                                        </p:tav>
                                        <p:tav tm="100000">
                                          <p:val>
                                            <p:strVal val="1+ppt_h/2"/>
                                          </p:val>
                                        </p:tav>
                                      </p:tavLst>
                                    </p:anim>
                                    <p:set>
                                      <p:cBhvr>
                                        <p:cTn id="92" dur="1" fill="hold">
                                          <p:stCondLst>
                                            <p:cond delay="499"/>
                                          </p:stCondLst>
                                        </p:cTn>
                                        <p:tgtEl>
                                          <p:spTgt spid="13"/>
                                        </p:tgtEl>
                                        <p:attrNameLst>
                                          <p:attrName>style.visibility</p:attrName>
                                        </p:attrNameLst>
                                      </p:cBhvr>
                                      <p:to>
                                        <p:strVal val="hidden"/>
                                      </p:to>
                                    </p:set>
                                  </p:childTnLst>
                                </p:cTn>
                              </p:par>
                              <p:par>
                                <p:cTn id="93" presetID="2" presetClass="exit" presetSubtype="4" fill="hold" grpId="1" nodeType="withEffect">
                                  <p:stCondLst>
                                    <p:cond delay="0"/>
                                  </p:stCondLst>
                                  <p:childTnLst>
                                    <p:anim calcmode="lin" valueType="num">
                                      <p:cBhvr additive="base">
                                        <p:cTn id="94" dur="500"/>
                                        <p:tgtEl>
                                          <p:spTgt spid="16"/>
                                        </p:tgtEl>
                                        <p:attrNameLst>
                                          <p:attrName>ppt_x</p:attrName>
                                        </p:attrNameLst>
                                      </p:cBhvr>
                                      <p:tavLst>
                                        <p:tav tm="0">
                                          <p:val>
                                            <p:strVal val="ppt_x"/>
                                          </p:val>
                                        </p:tav>
                                        <p:tav tm="100000">
                                          <p:val>
                                            <p:strVal val="ppt_x"/>
                                          </p:val>
                                        </p:tav>
                                      </p:tavLst>
                                    </p:anim>
                                    <p:anim calcmode="lin" valueType="num">
                                      <p:cBhvr additive="base">
                                        <p:cTn id="95" dur="500"/>
                                        <p:tgtEl>
                                          <p:spTgt spid="16"/>
                                        </p:tgtEl>
                                        <p:attrNameLst>
                                          <p:attrName>ppt_y</p:attrName>
                                        </p:attrNameLst>
                                      </p:cBhvr>
                                      <p:tavLst>
                                        <p:tav tm="0">
                                          <p:val>
                                            <p:strVal val="ppt_y"/>
                                          </p:val>
                                        </p:tav>
                                        <p:tav tm="100000">
                                          <p:val>
                                            <p:strVal val="1+ppt_h/2"/>
                                          </p:val>
                                        </p:tav>
                                      </p:tavLst>
                                    </p:anim>
                                    <p:set>
                                      <p:cBhvr>
                                        <p:cTn id="96" dur="1" fill="hold">
                                          <p:stCondLst>
                                            <p:cond delay="499"/>
                                          </p:stCondLst>
                                        </p:cTn>
                                        <p:tgtEl>
                                          <p:spTgt spid="16"/>
                                        </p:tgtEl>
                                        <p:attrNameLst>
                                          <p:attrName>style.visibility</p:attrName>
                                        </p:attrNameLst>
                                      </p:cBhvr>
                                      <p:to>
                                        <p:strVal val="hidden"/>
                                      </p:to>
                                    </p:set>
                                  </p:childTnLst>
                                </p:cTn>
                              </p:par>
                              <p:par>
                                <p:cTn id="97" presetID="2" presetClass="exit" presetSubtype="4" fill="hold" nodeType="withEffect">
                                  <p:stCondLst>
                                    <p:cond delay="0"/>
                                  </p:stCondLst>
                                  <p:childTnLst>
                                    <p:anim calcmode="lin" valueType="num">
                                      <p:cBhvr additive="base">
                                        <p:cTn id="98" dur="500"/>
                                        <p:tgtEl>
                                          <p:spTgt spid="18"/>
                                        </p:tgtEl>
                                        <p:attrNameLst>
                                          <p:attrName>ppt_x</p:attrName>
                                        </p:attrNameLst>
                                      </p:cBhvr>
                                      <p:tavLst>
                                        <p:tav tm="0">
                                          <p:val>
                                            <p:strVal val="ppt_x"/>
                                          </p:val>
                                        </p:tav>
                                        <p:tav tm="100000">
                                          <p:val>
                                            <p:strVal val="ppt_x"/>
                                          </p:val>
                                        </p:tav>
                                      </p:tavLst>
                                    </p:anim>
                                    <p:anim calcmode="lin" valueType="num">
                                      <p:cBhvr additive="base">
                                        <p:cTn id="99" dur="500"/>
                                        <p:tgtEl>
                                          <p:spTgt spid="18"/>
                                        </p:tgtEl>
                                        <p:attrNameLst>
                                          <p:attrName>ppt_y</p:attrName>
                                        </p:attrNameLst>
                                      </p:cBhvr>
                                      <p:tavLst>
                                        <p:tav tm="0">
                                          <p:val>
                                            <p:strVal val="ppt_y"/>
                                          </p:val>
                                        </p:tav>
                                        <p:tav tm="100000">
                                          <p:val>
                                            <p:strVal val="1+ppt_h/2"/>
                                          </p:val>
                                        </p:tav>
                                      </p:tavLst>
                                    </p:anim>
                                    <p:set>
                                      <p:cBhvr>
                                        <p:cTn id="100" dur="1" fill="hold">
                                          <p:stCondLst>
                                            <p:cond delay="499"/>
                                          </p:stCondLst>
                                        </p:cTn>
                                        <p:tgtEl>
                                          <p:spTgt spid="18"/>
                                        </p:tgtEl>
                                        <p:attrNameLst>
                                          <p:attrName>style.visibility</p:attrName>
                                        </p:attrNameLst>
                                      </p:cBhvr>
                                      <p:to>
                                        <p:strVal val="hidden"/>
                                      </p:to>
                                    </p:set>
                                  </p:childTnLst>
                                </p:cTn>
                              </p:par>
                              <p:par>
                                <p:cTn id="101" presetID="2" presetClass="exit" presetSubtype="4" fill="hold" grpId="1" nodeType="withEffect">
                                  <p:stCondLst>
                                    <p:cond delay="0"/>
                                  </p:stCondLst>
                                  <p:childTnLst>
                                    <p:anim calcmode="lin" valueType="num">
                                      <p:cBhvr additive="base">
                                        <p:cTn id="102" dur="500"/>
                                        <p:tgtEl>
                                          <p:spTgt spid="19"/>
                                        </p:tgtEl>
                                        <p:attrNameLst>
                                          <p:attrName>ppt_x</p:attrName>
                                        </p:attrNameLst>
                                      </p:cBhvr>
                                      <p:tavLst>
                                        <p:tav tm="0">
                                          <p:val>
                                            <p:strVal val="ppt_x"/>
                                          </p:val>
                                        </p:tav>
                                        <p:tav tm="100000">
                                          <p:val>
                                            <p:strVal val="ppt_x"/>
                                          </p:val>
                                        </p:tav>
                                      </p:tavLst>
                                    </p:anim>
                                    <p:anim calcmode="lin" valueType="num">
                                      <p:cBhvr additive="base">
                                        <p:cTn id="103" dur="500"/>
                                        <p:tgtEl>
                                          <p:spTgt spid="19"/>
                                        </p:tgtEl>
                                        <p:attrNameLst>
                                          <p:attrName>ppt_y</p:attrName>
                                        </p:attrNameLst>
                                      </p:cBhvr>
                                      <p:tavLst>
                                        <p:tav tm="0">
                                          <p:val>
                                            <p:strVal val="ppt_y"/>
                                          </p:val>
                                        </p:tav>
                                        <p:tav tm="100000">
                                          <p:val>
                                            <p:strVal val="1+ppt_h/2"/>
                                          </p:val>
                                        </p:tav>
                                      </p:tavLst>
                                    </p:anim>
                                    <p:set>
                                      <p:cBhvr>
                                        <p:cTn id="104" dur="1" fill="hold">
                                          <p:stCondLst>
                                            <p:cond delay="499"/>
                                          </p:stCondLst>
                                        </p:cTn>
                                        <p:tgtEl>
                                          <p:spTgt spid="19"/>
                                        </p:tgtEl>
                                        <p:attrNameLst>
                                          <p:attrName>style.visibility</p:attrName>
                                        </p:attrNameLst>
                                      </p:cBhvr>
                                      <p:to>
                                        <p:strVal val="hidden"/>
                                      </p:to>
                                    </p:set>
                                  </p:childTnLst>
                                </p:cTn>
                              </p:par>
                            </p:childTnLst>
                          </p:cTn>
                        </p:par>
                      </p:childTnLst>
                    </p:cTn>
                  </p:par>
                  <p:par>
                    <p:cTn id="105" fill="hold">
                      <p:stCondLst>
                        <p:cond delay="indefinite"/>
                      </p:stCondLst>
                      <p:childTnLst>
                        <p:par>
                          <p:cTn id="106" fill="hold">
                            <p:stCondLst>
                              <p:cond delay="0"/>
                            </p:stCondLst>
                            <p:childTnLst>
                              <p:par>
                                <p:cTn id="107" presetID="17" presetClass="entr" presetSubtype="10" fill="hold" grpId="0" nodeType="clickEffect">
                                  <p:stCondLst>
                                    <p:cond delay="0"/>
                                  </p:stCondLst>
                                  <p:childTnLst>
                                    <p:set>
                                      <p:cBhvr>
                                        <p:cTn id="108" dur="1" fill="hold">
                                          <p:stCondLst>
                                            <p:cond delay="0"/>
                                          </p:stCondLst>
                                        </p:cTn>
                                        <p:tgtEl>
                                          <p:spTgt spid="17"/>
                                        </p:tgtEl>
                                        <p:attrNameLst>
                                          <p:attrName>style.visibility</p:attrName>
                                        </p:attrNameLst>
                                      </p:cBhvr>
                                      <p:to>
                                        <p:strVal val="visible"/>
                                      </p:to>
                                    </p:set>
                                    <p:anim calcmode="lin" valueType="num">
                                      <p:cBhvr>
                                        <p:cTn id="109" dur="500" fill="hold"/>
                                        <p:tgtEl>
                                          <p:spTgt spid="17"/>
                                        </p:tgtEl>
                                        <p:attrNameLst>
                                          <p:attrName>ppt_w</p:attrName>
                                        </p:attrNameLst>
                                      </p:cBhvr>
                                      <p:tavLst>
                                        <p:tav tm="0">
                                          <p:val>
                                            <p:fltVal val="0"/>
                                          </p:val>
                                        </p:tav>
                                        <p:tav tm="100000">
                                          <p:val>
                                            <p:strVal val="#ppt_w"/>
                                          </p:val>
                                        </p:tav>
                                      </p:tavLst>
                                    </p:anim>
                                    <p:anim calcmode="lin" valueType="num">
                                      <p:cBhvr>
                                        <p:cTn id="110" dur="500" fill="hold"/>
                                        <p:tgtEl>
                                          <p:spTgt spid="17"/>
                                        </p:tgtEl>
                                        <p:attrNameLst>
                                          <p:attrName>ppt_h</p:attrName>
                                        </p:attrNameLst>
                                      </p:cBhvr>
                                      <p:tavLst>
                                        <p:tav tm="0">
                                          <p:val>
                                            <p:strVal val="#ppt_h"/>
                                          </p:val>
                                        </p:tav>
                                        <p:tav tm="100000">
                                          <p:val>
                                            <p:strVal val="#ppt_h"/>
                                          </p:val>
                                        </p:tav>
                                      </p:tavLst>
                                    </p:anim>
                                  </p:childTnLst>
                                </p:cTn>
                              </p:par>
                            </p:childTnLst>
                          </p:cTn>
                        </p:par>
                      </p:childTnLst>
                    </p:cTn>
                  </p:par>
                  <p:par>
                    <p:cTn id="111" fill="hold">
                      <p:stCondLst>
                        <p:cond delay="indefinite"/>
                      </p:stCondLst>
                      <p:childTnLst>
                        <p:par>
                          <p:cTn id="112" fill="hold">
                            <p:stCondLst>
                              <p:cond delay="0"/>
                            </p:stCondLst>
                            <p:childTnLst>
                              <p:par>
                                <p:cTn id="113" presetID="2" presetClass="exit" presetSubtype="4" fill="hold" grpId="1" nodeType="clickEffect">
                                  <p:stCondLst>
                                    <p:cond delay="0"/>
                                  </p:stCondLst>
                                  <p:childTnLst>
                                    <p:anim calcmode="lin" valueType="num">
                                      <p:cBhvr additive="base">
                                        <p:cTn id="114" dur="500"/>
                                        <p:tgtEl>
                                          <p:spTgt spid="17"/>
                                        </p:tgtEl>
                                        <p:attrNameLst>
                                          <p:attrName>ppt_x</p:attrName>
                                        </p:attrNameLst>
                                      </p:cBhvr>
                                      <p:tavLst>
                                        <p:tav tm="0">
                                          <p:val>
                                            <p:strVal val="ppt_x"/>
                                          </p:val>
                                        </p:tav>
                                        <p:tav tm="100000">
                                          <p:val>
                                            <p:strVal val="ppt_x"/>
                                          </p:val>
                                        </p:tav>
                                      </p:tavLst>
                                    </p:anim>
                                    <p:anim calcmode="lin" valueType="num">
                                      <p:cBhvr additive="base">
                                        <p:cTn id="115" dur="500"/>
                                        <p:tgtEl>
                                          <p:spTgt spid="17"/>
                                        </p:tgtEl>
                                        <p:attrNameLst>
                                          <p:attrName>ppt_y</p:attrName>
                                        </p:attrNameLst>
                                      </p:cBhvr>
                                      <p:tavLst>
                                        <p:tav tm="0">
                                          <p:val>
                                            <p:strVal val="ppt_y"/>
                                          </p:val>
                                        </p:tav>
                                        <p:tav tm="100000">
                                          <p:val>
                                            <p:strVal val="1+ppt_h/2"/>
                                          </p:val>
                                        </p:tav>
                                      </p:tavLst>
                                    </p:anim>
                                    <p:set>
                                      <p:cBhvr>
                                        <p:cTn id="116" dur="1" fill="hold">
                                          <p:stCondLst>
                                            <p:cond delay="499"/>
                                          </p:stCondLst>
                                        </p:cTn>
                                        <p:tgtEl>
                                          <p:spTgt spid="17"/>
                                        </p:tgtEl>
                                        <p:attrNameLst>
                                          <p:attrName>style.visibility</p:attrName>
                                        </p:attrNameLst>
                                      </p:cBhvr>
                                      <p:to>
                                        <p:strVal val="hidden"/>
                                      </p:to>
                                    </p:set>
                                  </p:childTnLst>
                                </p:cTn>
                              </p:par>
                            </p:childTnLst>
                          </p:cTn>
                        </p:par>
                      </p:childTnLst>
                    </p:cTn>
                  </p:par>
                  <p:par>
                    <p:cTn id="117" fill="hold">
                      <p:stCondLst>
                        <p:cond delay="indefinite"/>
                      </p:stCondLst>
                      <p:childTnLst>
                        <p:par>
                          <p:cTn id="118" fill="hold">
                            <p:stCondLst>
                              <p:cond delay="0"/>
                            </p:stCondLst>
                            <p:childTnLst>
                              <p:par>
                                <p:cTn id="119" presetID="17" presetClass="entr" presetSubtype="10" fill="hold" grpId="0" nodeType="clickEffect">
                                  <p:stCondLst>
                                    <p:cond delay="0"/>
                                  </p:stCondLst>
                                  <p:childTnLst>
                                    <p:set>
                                      <p:cBhvr>
                                        <p:cTn id="120" dur="1" fill="hold">
                                          <p:stCondLst>
                                            <p:cond delay="0"/>
                                          </p:stCondLst>
                                        </p:cTn>
                                        <p:tgtEl>
                                          <p:spTgt spid="3"/>
                                        </p:tgtEl>
                                        <p:attrNameLst>
                                          <p:attrName>style.visibility</p:attrName>
                                        </p:attrNameLst>
                                      </p:cBhvr>
                                      <p:to>
                                        <p:strVal val="visible"/>
                                      </p:to>
                                    </p:set>
                                    <p:anim calcmode="lin" valueType="num">
                                      <p:cBhvr>
                                        <p:cTn id="121" dur="500" fill="hold"/>
                                        <p:tgtEl>
                                          <p:spTgt spid="3"/>
                                        </p:tgtEl>
                                        <p:attrNameLst>
                                          <p:attrName>ppt_w</p:attrName>
                                        </p:attrNameLst>
                                      </p:cBhvr>
                                      <p:tavLst>
                                        <p:tav tm="0">
                                          <p:val>
                                            <p:fltVal val="0"/>
                                          </p:val>
                                        </p:tav>
                                        <p:tav tm="100000">
                                          <p:val>
                                            <p:strVal val="#ppt_w"/>
                                          </p:val>
                                        </p:tav>
                                      </p:tavLst>
                                    </p:anim>
                                    <p:anim calcmode="lin" valueType="num">
                                      <p:cBhvr>
                                        <p:cTn id="122" dur="500" fill="hold"/>
                                        <p:tgtEl>
                                          <p:spTgt spid="3"/>
                                        </p:tgtEl>
                                        <p:attrNameLst>
                                          <p:attrName>ppt_h</p:attrName>
                                        </p:attrNameLst>
                                      </p:cBhvr>
                                      <p:tavLst>
                                        <p:tav tm="0">
                                          <p:val>
                                            <p:strVal val="#ppt_h"/>
                                          </p:val>
                                        </p:tav>
                                        <p:tav tm="100000">
                                          <p:val>
                                            <p:strVal val="#ppt_h"/>
                                          </p:val>
                                        </p:tav>
                                      </p:tavLst>
                                    </p:anim>
                                  </p:childTnLst>
                                </p:cTn>
                              </p:par>
                            </p:childTnLst>
                          </p:cTn>
                        </p:par>
                      </p:childTnLst>
                    </p:cTn>
                  </p:par>
                  <p:par>
                    <p:cTn id="123" fill="hold">
                      <p:stCondLst>
                        <p:cond delay="indefinite"/>
                      </p:stCondLst>
                      <p:childTnLst>
                        <p:par>
                          <p:cTn id="124" fill="hold">
                            <p:stCondLst>
                              <p:cond delay="0"/>
                            </p:stCondLst>
                            <p:childTnLst>
                              <p:par>
                                <p:cTn id="125" presetID="2" presetClass="exit" presetSubtype="4" fill="hold" grpId="1" nodeType="clickEffect">
                                  <p:stCondLst>
                                    <p:cond delay="0"/>
                                  </p:stCondLst>
                                  <p:childTnLst>
                                    <p:anim calcmode="lin" valueType="num">
                                      <p:cBhvr additive="base">
                                        <p:cTn id="126" dur="500"/>
                                        <p:tgtEl>
                                          <p:spTgt spid="3"/>
                                        </p:tgtEl>
                                        <p:attrNameLst>
                                          <p:attrName>ppt_x</p:attrName>
                                        </p:attrNameLst>
                                      </p:cBhvr>
                                      <p:tavLst>
                                        <p:tav tm="0">
                                          <p:val>
                                            <p:strVal val="ppt_x"/>
                                          </p:val>
                                        </p:tav>
                                        <p:tav tm="100000">
                                          <p:val>
                                            <p:strVal val="ppt_x"/>
                                          </p:val>
                                        </p:tav>
                                      </p:tavLst>
                                    </p:anim>
                                    <p:anim calcmode="lin" valueType="num">
                                      <p:cBhvr additive="base">
                                        <p:cTn id="127" dur="500"/>
                                        <p:tgtEl>
                                          <p:spTgt spid="3"/>
                                        </p:tgtEl>
                                        <p:attrNameLst>
                                          <p:attrName>ppt_y</p:attrName>
                                        </p:attrNameLst>
                                      </p:cBhvr>
                                      <p:tavLst>
                                        <p:tav tm="0">
                                          <p:val>
                                            <p:strVal val="ppt_y"/>
                                          </p:val>
                                        </p:tav>
                                        <p:tav tm="100000">
                                          <p:val>
                                            <p:strVal val="1+ppt_h/2"/>
                                          </p:val>
                                        </p:tav>
                                      </p:tavLst>
                                    </p:anim>
                                    <p:set>
                                      <p:cBhvr>
                                        <p:cTn id="128" dur="1" fill="hold">
                                          <p:stCondLst>
                                            <p:cond delay="499"/>
                                          </p:stCondLst>
                                        </p:cTn>
                                        <p:tgtEl>
                                          <p:spTgt spid="3"/>
                                        </p:tgtEl>
                                        <p:attrNameLst>
                                          <p:attrName>style.visibility</p:attrName>
                                        </p:attrNameLst>
                                      </p:cBhvr>
                                      <p:to>
                                        <p:strVal val="hidden"/>
                                      </p:to>
                                    </p:set>
                                  </p:childTnLst>
                                </p:cTn>
                              </p:par>
                            </p:childTnLst>
                          </p:cTn>
                        </p:par>
                      </p:childTnLst>
                    </p:cTn>
                  </p:par>
                  <p:par>
                    <p:cTn id="129" fill="hold">
                      <p:stCondLst>
                        <p:cond delay="indefinite"/>
                      </p:stCondLst>
                      <p:childTnLst>
                        <p:par>
                          <p:cTn id="130" fill="hold">
                            <p:stCondLst>
                              <p:cond delay="0"/>
                            </p:stCondLst>
                            <p:childTnLst>
                              <p:par>
                                <p:cTn id="131" presetID="17" presetClass="entr" presetSubtype="10" fill="hold" grpId="0" nodeType="clickEffect">
                                  <p:stCondLst>
                                    <p:cond delay="0"/>
                                  </p:stCondLst>
                                  <p:childTnLst>
                                    <p:set>
                                      <p:cBhvr>
                                        <p:cTn id="132" dur="1" fill="hold">
                                          <p:stCondLst>
                                            <p:cond delay="0"/>
                                          </p:stCondLst>
                                        </p:cTn>
                                        <p:tgtEl>
                                          <p:spTgt spid="12"/>
                                        </p:tgtEl>
                                        <p:attrNameLst>
                                          <p:attrName>style.visibility</p:attrName>
                                        </p:attrNameLst>
                                      </p:cBhvr>
                                      <p:to>
                                        <p:strVal val="visible"/>
                                      </p:to>
                                    </p:set>
                                    <p:anim calcmode="lin" valueType="num">
                                      <p:cBhvr>
                                        <p:cTn id="133" dur="500" fill="hold"/>
                                        <p:tgtEl>
                                          <p:spTgt spid="12"/>
                                        </p:tgtEl>
                                        <p:attrNameLst>
                                          <p:attrName>ppt_w</p:attrName>
                                        </p:attrNameLst>
                                      </p:cBhvr>
                                      <p:tavLst>
                                        <p:tav tm="0">
                                          <p:val>
                                            <p:fltVal val="0"/>
                                          </p:val>
                                        </p:tav>
                                        <p:tav tm="100000">
                                          <p:val>
                                            <p:strVal val="#ppt_w"/>
                                          </p:val>
                                        </p:tav>
                                      </p:tavLst>
                                    </p:anim>
                                    <p:anim calcmode="lin" valueType="num">
                                      <p:cBhvr>
                                        <p:cTn id="134" dur="500" fill="hold"/>
                                        <p:tgtEl>
                                          <p:spTgt spid="12"/>
                                        </p:tgtEl>
                                        <p:attrNameLst>
                                          <p:attrName>ppt_h</p:attrName>
                                        </p:attrNameLst>
                                      </p:cBhvr>
                                      <p:tavLst>
                                        <p:tav tm="0">
                                          <p:val>
                                            <p:strVal val="#ppt_h"/>
                                          </p:val>
                                        </p:tav>
                                        <p:tav tm="100000">
                                          <p:val>
                                            <p:strVal val="#ppt_h"/>
                                          </p:val>
                                        </p:tav>
                                      </p:tavLst>
                                    </p:anim>
                                  </p:childTnLst>
                                </p:cTn>
                              </p:par>
                            </p:childTnLst>
                          </p:cTn>
                        </p:par>
                      </p:childTnLst>
                    </p:cTn>
                  </p:par>
                  <p:par>
                    <p:cTn id="135" fill="hold">
                      <p:stCondLst>
                        <p:cond delay="indefinite"/>
                      </p:stCondLst>
                      <p:childTnLst>
                        <p:par>
                          <p:cTn id="136" fill="hold">
                            <p:stCondLst>
                              <p:cond delay="0"/>
                            </p:stCondLst>
                            <p:childTnLst>
                              <p:par>
                                <p:cTn id="137" presetID="2" presetClass="exit" presetSubtype="4" fill="hold" grpId="1" nodeType="clickEffect">
                                  <p:stCondLst>
                                    <p:cond delay="0"/>
                                  </p:stCondLst>
                                  <p:childTnLst>
                                    <p:anim calcmode="lin" valueType="num">
                                      <p:cBhvr additive="base">
                                        <p:cTn id="138" dur="500"/>
                                        <p:tgtEl>
                                          <p:spTgt spid="12"/>
                                        </p:tgtEl>
                                        <p:attrNameLst>
                                          <p:attrName>ppt_x</p:attrName>
                                        </p:attrNameLst>
                                      </p:cBhvr>
                                      <p:tavLst>
                                        <p:tav tm="0">
                                          <p:val>
                                            <p:strVal val="ppt_x"/>
                                          </p:val>
                                        </p:tav>
                                        <p:tav tm="100000">
                                          <p:val>
                                            <p:strVal val="ppt_x"/>
                                          </p:val>
                                        </p:tav>
                                      </p:tavLst>
                                    </p:anim>
                                    <p:anim calcmode="lin" valueType="num">
                                      <p:cBhvr additive="base">
                                        <p:cTn id="139" dur="500"/>
                                        <p:tgtEl>
                                          <p:spTgt spid="12"/>
                                        </p:tgtEl>
                                        <p:attrNameLst>
                                          <p:attrName>ppt_y</p:attrName>
                                        </p:attrNameLst>
                                      </p:cBhvr>
                                      <p:tavLst>
                                        <p:tav tm="0">
                                          <p:val>
                                            <p:strVal val="ppt_y"/>
                                          </p:val>
                                        </p:tav>
                                        <p:tav tm="100000">
                                          <p:val>
                                            <p:strVal val="1+ppt_h/2"/>
                                          </p:val>
                                        </p:tav>
                                      </p:tavLst>
                                    </p:anim>
                                    <p:set>
                                      <p:cBhvr>
                                        <p:cTn id="140" dur="1" fill="hold">
                                          <p:stCondLst>
                                            <p:cond delay="499"/>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8" grpId="0"/>
      <p:bldP spid="8" grpId="1"/>
      <p:bldP spid="16" grpId="0"/>
      <p:bldP spid="16" grpId="1"/>
      <p:bldP spid="17" grpId="0"/>
      <p:bldP spid="17" grpId="1"/>
      <p:bldP spid="3" grpId="0"/>
      <p:bldP spid="3" grpId="1"/>
      <p:bldP spid="10" grpId="0"/>
      <p:bldP spid="10" grpId="1"/>
      <p:bldP spid="11" grpId="0"/>
      <p:bldP spid="11" grpId="1"/>
      <p:bldP spid="12" grpId="0"/>
      <p:bldP spid="12" grpId="1"/>
      <p:bldP spid="19" grpId="0"/>
      <p:bldP spid="19" grpId="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607BFF11-AB93-826E-87D9-EA8A1AF623CC}"/>
              </a:ext>
            </a:extLst>
          </p:cNvPr>
          <p:cNvSpPr>
            <a:spLocks noGrp="1"/>
          </p:cNvSpPr>
          <p:nvPr>
            <p:ph type="title"/>
          </p:nvPr>
        </p:nvSpPr>
        <p:spPr>
          <a:xfrm>
            <a:off x="2233275" y="360283"/>
            <a:ext cx="9236391" cy="1035792"/>
          </a:xfrm>
        </p:spPr>
        <p:txBody>
          <a:bodyPr>
            <a:normAutofit/>
          </a:bodyPr>
          <a:lstStyle/>
          <a:p>
            <a:pPr defTabSz="914400" eaLnBrk="0" fontAlgn="base" hangingPunct="0">
              <a:spcAft>
                <a:spcPct val="0"/>
              </a:spcAft>
            </a:pPr>
            <a:r>
              <a:rPr lang="fr-FR" altLang="fr-FR" sz="2400" b="1" u="sng" dirty="0">
                <a:solidFill>
                  <a:schemeClr val="bg2">
                    <a:lumMod val="25000"/>
                  </a:schemeClr>
                </a:solidFill>
                <a:latin typeface="Bookman Old Style" panose="02050604050505020204" pitchFamily="18" charset="0"/>
              </a:rPr>
              <a:t>Partie I: II. L'usurpation d'identité et le piratage:</a:t>
            </a:r>
            <a:br>
              <a:rPr lang="fr-FR" altLang="fr-FR" sz="2400" b="1" dirty="0">
                <a:solidFill>
                  <a:schemeClr val="bg2">
                    <a:lumMod val="25000"/>
                  </a:schemeClr>
                </a:solidFill>
                <a:latin typeface="Bookman Old Style" panose="02050604050505020204" pitchFamily="18" charset="0"/>
              </a:rPr>
            </a:br>
            <a:r>
              <a:rPr lang="fr-FR" altLang="fr-FR" sz="1600" b="1" dirty="0">
                <a:solidFill>
                  <a:schemeClr val="bg2">
                    <a:lumMod val="25000"/>
                  </a:schemeClr>
                </a:solidFill>
                <a:latin typeface="Bookman Old Style" panose="02050604050505020204" pitchFamily="18" charset="0"/>
              </a:rPr>
              <a:t>2. Comment se protéger face à l'usurpation ?</a:t>
            </a:r>
            <a:br>
              <a:rPr lang="fr-FR" altLang="fr-FR" sz="1600" b="1" dirty="0">
                <a:solidFill>
                  <a:schemeClr val="bg2">
                    <a:lumMod val="25000"/>
                  </a:schemeClr>
                </a:solidFill>
                <a:latin typeface="Bookman Old Style" panose="02050604050505020204" pitchFamily="18" charset="0"/>
              </a:rPr>
            </a:br>
            <a:endParaRPr lang="fr-FR" sz="1600" b="1" dirty="0">
              <a:solidFill>
                <a:schemeClr val="bg2">
                  <a:lumMod val="25000"/>
                </a:schemeClr>
              </a:solidFill>
              <a:latin typeface="Bookman Old Style" panose="02050604050505020204" pitchFamily="18" charset="0"/>
            </a:endParaRPr>
          </a:p>
        </p:txBody>
      </p:sp>
      <p:pic>
        <p:nvPicPr>
          <p:cNvPr id="9" name="Espace réservé du contenu 8">
            <a:extLst>
              <a:ext uri="{FF2B5EF4-FFF2-40B4-BE49-F238E27FC236}">
                <a16:creationId xmlns:a16="http://schemas.microsoft.com/office/drawing/2014/main" id="{320CA571-81D1-21D5-6FB9-75172BE2F43C}"/>
              </a:ext>
            </a:extLst>
          </p:cNvPr>
          <p:cNvPicPr>
            <a:picLocks noGrp="1" noChangeAspect="1"/>
          </p:cNvPicPr>
          <p:nvPr>
            <p:ph sz="half" idx="1"/>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531812" y="1315935"/>
            <a:ext cx="5053263" cy="2426489"/>
          </a:xfrm>
        </p:spPr>
      </p:pic>
      <p:sp>
        <p:nvSpPr>
          <p:cNvPr id="4" name="Espace réservé du numéro de diapositive 3">
            <a:extLst>
              <a:ext uri="{FF2B5EF4-FFF2-40B4-BE49-F238E27FC236}">
                <a16:creationId xmlns:a16="http://schemas.microsoft.com/office/drawing/2014/main" id="{F56B4B90-4EC5-FA64-D214-21E6D188171B}"/>
              </a:ext>
            </a:extLst>
          </p:cNvPr>
          <p:cNvSpPr>
            <a:spLocks noGrp="1"/>
          </p:cNvSpPr>
          <p:nvPr>
            <p:ph type="sldNum" sz="quarter" idx="12"/>
          </p:nvPr>
        </p:nvSpPr>
        <p:spPr/>
        <p:txBody>
          <a:bodyPr/>
          <a:lstStyle/>
          <a:p>
            <a:fld id="{4EFB72C0-99D3-44BB-B7E8-F5268695D5AA}" type="slidenum">
              <a:rPr lang="fr-FR" smtClean="0"/>
              <a:t>4</a:t>
            </a:fld>
            <a:endParaRPr lang="fr-FR"/>
          </a:p>
        </p:txBody>
      </p:sp>
      <p:sp>
        <p:nvSpPr>
          <p:cNvPr id="10" name="ZoneTexte 9">
            <a:extLst>
              <a:ext uri="{FF2B5EF4-FFF2-40B4-BE49-F238E27FC236}">
                <a16:creationId xmlns:a16="http://schemas.microsoft.com/office/drawing/2014/main" id="{81DCCD8E-4FCF-9135-F8D2-DFA45C13F854}"/>
              </a:ext>
            </a:extLst>
          </p:cNvPr>
          <p:cNvSpPr txBox="1"/>
          <p:nvPr/>
        </p:nvSpPr>
        <p:spPr>
          <a:xfrm>
            <a:off x="1311579" y="3792180"/>
            <a:ext cx="4313237" cy="419474"/>
          </a:xfrm>
          <a:prstGeom prst="rect">
            <a:avLst/>
          </a:prstGeom>
          <a:noFill/>
        </p:spPr>
        <p:txBody>
          <a:bodyPr wrap="square" rtlCol="0">
            <a:spAutoFit/>
          </a:bodyPr>
          <a:lstStyle/>
          <a:p>
            <a:pPr lvl="0" defTabSz="914400" eaLnBrk="0" fontAlgn="base" hangingPunct="0">
              <a:lnSpc>
                <a:spcPct val="150000"/>
              </a:lnSpc>
              <a:spcBef>
                <a:spcPct val="0"/>
              </a:spcBef>
              <a:spcAft>
                <a:spcPct val="0"/>
              </a:spcAft>
            </a:pPr>
            <a:r>
              <a:rPr lang="fr-FR" altLang="fr-FR" sz="1600" b="1" dirty="0">
                <a:solidFill>
                  <a:srgbClr val="0A0A0A"/>
                </a:solidFill>
                <a:latin typeface="Bookman Old Style" panose="02050604050505020204" pitchFamily="18" charset="0"/>
              </a:rPr>
              <a:t>Paramètres de confidentialité </a:t>
            </a:r>
            <a:r>
              <a:rPr lang="fr-FR" altLang="fr-FR" sz="1600" dirty="0">
                <a:solidFill>
                  <a:srgbClr val="0A0A0A"/>
                </a:solidFill>
                <a:latin typeface="Bookman Old Style" panose="02050604050505020204" pitchFamily="18" charset="0"/>
              </a:rPr>
              <a:t> </a:t>
            </a:r>
          </a:p>
        </p:txBody>
      </p:sp>
      <p:pic>
        <p:nvPicPr>
          <p:cNvPr id="16" name="Espace réservé du contenu 15">
            <a:extLst>
              <a:ext uri="{FF2B5EF4-FFF2-40B4-BE49-F238E27FC236}">
                <a16:creationId xmlns:a16="http://schemas.microsoft.com/office/drawing/2014/main" id="{B41DC095-056E-7663-A8D6-192A8B8FB9C2}"/>
              </a:ext>
            </a:extLst>
          </p:cNvPr>
          <p:cNvPicPr>
            <a:picLocks noGrp="1" noChangeAspect="1"/>
          </p:cNvPicPr>
          <p:nvPr>
            <p:ph sz="half" idx="2"/>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6711805" y="1365691"/>
            <a:ext cx="5374571" cy="2580667"/>
          </a:xfrm>
          <a:prstGeom prst="rect">
            <a:avLst/>
          </a:prstGeom>
        </p:spPr>
      </p:pic>
      <p:sp>
        <p:nvSpPr>
          <p:cNvPr id="17" name="ZoneTexte 16">
            <a:extLst>
              <a:ext uri="{FF2B5EF4-FFF2-40B4-BE49-F238E27FC236}">
                <a16:creationId xmlns:a16="http://schemas.microsoft.com/office/drawing/2014/main" id="{F34BE791-23D8-B7A5-E2E7-7C6C1918FAD7}"/>
              </a:ext>
            </a:extLst>
          </p:cNvPr>
          <p:cNvSpPr txBox="1"/>
          <p:nvPr/>
        </p:nvSpPr>
        <p:spPr>
          <a:xfrm>
            <a:off x="7015591" y="3946358"/>
            <a:ext cx="4313237" cy="419474"/>
          </a:xfrm>
          <a:prstGeom prst="rect">
            <a:avLst/>
          </a:prstGeom>
          <a:noFill/>
        </p:spPr>
        <p:txBody>
          <a:bodyPr wrap="square" rtlCol="0">
            <a:spAutoFit/>
          </a:bodyPr>
          <a:lstStyle/>
          <a:p>
            <a:pPr lvl="0" algn="ctr" defTabSz="914400" eaLnBrk="0" fontAlgn="base" hangingPunct="0">
              <a:lnSpc>
                <a:spcPct val="150000"/>
              </a:lnSpc>
              <a:spcBef>
                <a:spcPct val="0"/>
              </a:spcBef>
              <a:spcAft>
                <a:spcPct val="0"/>
              </a:spcAft>
            </a:pPr>
            <a:r>
              <a:rPr lang="fr-FR" altLang="fr-FR" sz="1600" b="1" dirty="0">
                <a:solidFill>
                  <a:srgbClr val="0A0A0A"/>
                </a:solidFill>
                <a:latin typeface="Bookman Old Style" panose="02050604050505020204" pitchFamily="18" charset="0"/>
              </a:rPr>
              <a:t>Vigilance face à IA </a:t>
            </a:r>
            <a:endParaRPr lang="fr-FR" altLang="fr-FR" sz="1600" dirty="0">
              <a:solidFill>
                <a:srgbClr val="0A0A0A"/>
              </a:solidFill>
              <a:latin typeface="Bookman Old Style" panose="02050604050505020204" pitchFamily="18" charset="0"/>
            </a:endParaRPr>
          </a:p>
        </p:txBody>
      </p:sp>
      <p:sp>
        <p:nvSpPr>
          <p:cNvPr id="19" name="ZoneTexte 18">
            <a:extLst>
              <a:ext uri="{FF2B5EF4-FFF2-40B4-BE49-F238E27FC236}">
                <a16:creationId xmlns:a16="http://schemas.microsoft.com/office/drawing/2014/main" id="{12E3A093-3C76-ACF0-E54A-BAC0F1E01D97}"/>
              </a:ext>
            </a:extLst>
          </p:cNvPr>
          <p:cNvSpPr txBox="1"/>
          <p:nvPr/>
        </p:nvSpPr>
        <p:spPr>
          <a:xfrm>
            <a:off x="2233275" y="233235"/>
            <a:ext cx="8217371" cy="1341201"/>
          </a:xfrm>
          <a:prstGeom prst="rect">
            <a:avLst/>
          </a:prstGeom>
          <a:noFill/>
        </p:spPr>
        <p:txBody>
          <a:bodyPr wrap="square">
            <a:spAutoFit/>
          </a:bodyPr>
          <a:lstStyle/>
          <a:p>
            <a:pPr marL="0" marR="0" lvl="0" indent="0" algn="l" defTabSz="914400" rtl="0" eaLnBrk="0" fontAlgn="base" latinLnBrk="0" hangingPunct="0">
              <a:lnSpc>
                <a:spcPct val="150000"/>
              </a:lnSpc>
              <a:spcBef>
                <a:spcPct val="0"/>
              </a:spcBef>
              <a:spcAft>
                <a:spcPct val="0"/>
              </a:spcAft>
              <a:buClrTx/>
              <a:buSzTx/>
              <a:buFontTx/>
              <a:buNone/>
              <a:tabLst/>
            </a:pPr>
            <a:endParaRPr lang="fr-FR" altLang="fr-FR" sz="1600" b="1" dirty="0">
              <a:solidFill>
                <a:schemeClr val="bg2">
                  <a:lumMod val="25000"/>
                </a:schemeClr>
              </a:solidFill>
              <a:latin typeface="Bookman Old Style" panose="02050604050505020204" pitchFamily="18" charset="0"/>
              <a:ea typeface="+mj-ea"/>
              <a:cs typeface="+mj-cs"/>
            </a:endParaRPr>
          </a:p>
          <a:p>
            <a:pPr defTabSz="914400" eaLnBrk="0" fontAlgn="base" hangingPunct="0">
              <a:lnSpc>
                <a:spcPct val="150000"/>
              </a:lnSpc>
              <a:spcBef>
                <a:spcPct val="0"/>
              </a:spcBef>
              <a:spcAft>
                <a:spcPct val="0"/>
              </a:spcAft>
            </a:pPr>
            <a:r>
              <a:rPr lang="fr-FR" altLang="fr-FR" sz="2400" b="1" u="sng" dirty="0">
                <a:solidFill>
                  <a:schemeClr val="bg2">
                    <a:lumMod val="25000"/>
                  </a:schemeClr>
                </a:solidFill>
                <a:latin typeface="Bookman Old Style" panose="02050604050505020204" pitchFamily="18" charset="0"/>
              </a:rPr>
              <a:t>Partie I: II. L'usurpation d'identité et le piratage</a:t>
            </a:r>
            <a:r>
              <a:rPr lang="fr-FR" altLang="fr-FR" sz="1600" b="1" u="sng" dirty="0">
                <a:solidFill>
                  <a:schemeClr val="bg2">
                    <a:lumMod val="25000"/>
                  </a:schemeClr>
                </a:solidFill>
                <a:latin typeface="Bookman Old Style" panose="02050604050505020204" pitchFamily="18" charset="0"/>
              </a:rPr>
              <a:t>:</a:t>
            </a:r>
          </a:p>
          <a:p>
            <a:pPr marL="0" marR="0" lvl="0" indent="0" algn="l" defTabSz="914400" rtl="0" eaLnBrk="0" fontAlgn="base" latinLnBrk="0" hangingPunct="0">
              <a:lnSpc>
                <a:spcPct val="150000"/>
              </a:lnSpc>
              <a:spcBef>
                <a:spcPct val="0"/>
              </a:spcBef>
              <a:spcAft>
                <a:spcPct val="0"/>
              </a:spcAft>
              <a:buClrTx/>
              <a:buSzTx/>
              <a:buFontTx/>
              <a:buNone/>
              <a:tabLst/>
            </a:pPr>
            <a:r>
              <a:rPr lang="fr-FR" altLang="fr-FR" sz="1600" b="1" dirty="0">
                <a:solidFill>
                  <a:schemeClr val="bg2">
                    <a:lumMod val="25000"/>
                  </a:schemeClr>
                </a:solidFill>
                <a:latin typeface="Bookman Old Style" panose="02050604050505020204" pitchFamily="18" charset="0"/>
                <a:ea typeface="+mj-ea"/>
                <a:cs typeface="+mj-cs"/>
              </a:rPr>
              <a:t>3. Que faire en cas de victime ?</a:t>
            </a:r>
          </a:p>
        </p:txBody>
      </p:sp>
      <p:sp>
        <p:nvSpPr>
          <p:cNvPr id="7" name="Titre 4">
            <a:extLst>
              <a:ext uri="{FF2B5EF4-FFF2-40B4-BE49-F238E27FC236}">
                <a16:creationId xmlns:a16="http://schemas.microsoft.com/office/drawing/2014/main" id="{BBAED334-6CC2-CAC2-D946-6656EF8D9EC9}"/>
              </a:ext>
            </a:extLst>
          </p:cNvPr>
          <p:cNvSpPr txBox="1">
            <a:spLocks/>
          </p:cNvSpPr>
          <p:nvPr/>
        </p:nvSpPr>
        <p:spPr>
          <a:xfrm>
            <a:off x="597545" y="336385"/>
            <a:ext cx="8156600" cy="1514943"/>
          </a:xfrm>
          <a:prstGeom prst="rect">
            <a:avLst/>
          </a:prstGeom>
        </p:spPr>
        <p:txBody>
          <a:bodyPr vert="horz" lIns="91440" tIns="45720" rIns="91440" bIns="45720" rtlCol="0" anchor="t">
            <a:normAutofit fontScale="37500" lnSpcReduction="20000"/>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fr-FR" altLang="fr-FR" sz="5300" b="1" u="sng" dirty="0">
                <a:solidFill>
                  <a:schemeClr val="bg2">
                    <a:lumMod val="50000"/>
                  </a:schemeClr>
                </a:solidFill>
                <a:latin typeface="Bookman Old Style" panose="02050604050505020204" pitchFamily="18" charset="0"/>
              </a:rPr>
              <a:t>Partie I </a:t>
            </a:r>
            <a:r>
              <a:rPr lang="fr-FR" altLang="fr-FR" sz="5300" b="1" dirty="0">
                <a:solidFill>
                  <a:schemeClr val="bg2">
                    <a:lumMod val="50000"/>
                  </a:schemeClr>
                </a:solidFill>
                <a:latin typeface="Bookman Old Style" panose="02050604050505020204" pitchFamily="18" charset="0"/>
              </a:rPr>
              <a:t>:</a:t>
            </a:r>
            <a:r>
              <a:rPr lang="fr-FR" altLang="fr-FR" b="1" u="sng" dirty="0">
                <a:solidFill>
                  <a:schemeClr val="bg2">
                    <a:lumMod val="25000"/>
                  </a:schemeClr>
                </a:solidFill>
                <a:latin typeface="Bookman Old Style" panose="02050604050505020204" pitchFamily="18" charset="0"/>
              </a:rPr>
              <a:t> </a:t>
            </a:r>
            <a:br>
              <a:rPr lang="fr-FR" altLang="fr-FR" b="1" u="sng" dirty="0">
                <a:solidFill>
                  <a:schemeClr val="bg2">
                    <a:lumMod val="25000"/>
                  </a:schemeClr>
                </a:solidFill>
                <a:latin typeface="Bookman Old Style" panose="02050604050505020204" pitchFamily="18" charset="0"/>
              </a:rPr>
            </a:br>
            <a:r>
              <a:rPr lang="fr-FR" altLang="fr-FR" sz="4600" b="1" u="sng" dirty="0">
                <a:solidFill>
                  <a:schemeClr val="bg2">
                    <a:lumMod val="25000"/>
                  </a:schemeClr>
                </a:solidFill>
                <a:latin typeface="Bookman Old Style" panose="02050604050505020204" pitchFamily="18" charset="0"/>
              </a:rPr>
              <a:t>III. La guerre cognitive:</a:t>
            </a:r>
            <a:br>
              <a:rPr lang="fr-FR" altLang="fr-FR" sz="4600" b="1" dirty="0">
                <a:solidFill>
                  <a:srgbClr val="0A0A0A"/>
                </a:solidFill>
                <a:latin typeface="Bookman Old Style" panose="02050604050505020204" pitchFamily="18" charset="0"/>
              </a:rPr>
            </a:br>
            <a:r>
              <a:rPr lang="fr-FR" altLang="fr-FR" sz="4600" b="1" dirty="0">
                <a:solidFill>
                  <a:srgbClr val="0A0A0A"/>
                </a:solidFill>
                <a:latin typeface="Bookman Old Style" panose="02050604050505020204" pitchFamily="18" charset="0"/>
              </a:rPr>
              <a:t> </a:t>
            </a:r>
            <a:br>
              <a:rPr lang="fr-FR" altLang="fr-FR" sz="4600" b="1" dirty="0">
                <a:solidFill>
                  <a:srgbClr val="0A0A0A"/>
                </a:solidFill>
                <a:latin typeface="Bookman Old Style" panose="02050604050505020204" pitchFamily="18" charset="0"/>
              </a:rPr>
            </a:br>
            <a:br>
              <a:rPr lang="fr-FR" altLang="fr-FR" sz="4600" b="1" dirty="0">
                <a:solidFill>
                  <a:srgbClr val="0A0A0A"/>
                </a:solidFill>
                <a:latin typeface="Bookman Old Style" panose="02050604050505020204" pitchFamily="18" charset="0"/>
              </a:rPr>
            </a:br>
            <a:br>
              <a:rPr lang="fr-FR" altLang="fr-FR" b="1" dirty="0">
                <a:solidFill>
                  <a:srgbClr val="0A0A0A"/>
                </a:solidFill>
                <a:latin typeface="Bookman Old Style" panose="02050604050505020204" pitchFamily="18" charset="0"/>
              </a:rPr>
            </a:br>
            <a:endParaRPr lang="fr-FR" dirty="0"/>
          </a:p>
        </p:txBody>
      </p:sp>
      <p:sp>
        <p:nvSpPr>
          <p:cNvPr id="8" name="Espace réservé du contenu 6">
            <a:extLst>
              <a:ext uri="{FF2B5EF4-FFF2-40B4-BE49-F238E27FC236}">
                <a16:creationId xmlns:a16="http://schemas.microsoft.com/office/drawing/2014/main" id="{11FB2238-5750-3050-BF02-858C6B461247}"/>
              </a:ext>
            </a:extLst>
          </p:cNvPr>
          <p:cNvSpPr txBox="1">
            <a:spLocks/>
          </p:cNvSpPr>
          <p:nvPr/>
        </p:nvSpPr>
        <p:spPr>
          <a:xfrm>
            <a:off x="1586093" y="4696194"/>
            <a:ext cx="10908632" cy="2121734"/>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gn="just" defTabSz="914400" eaLnBrk="0" fontAlgn="base" hangingPunct="0">
              <a:lnSpc>
                <a:spcPct val="150000"/>
              </a:lnSpc>
              <a:spcBef>
                <a:spcPct val="0"/>
              </a:spcBef>
              <a:spcAft>
                <a:spcPct val="0"/>
              </a:spcAft>
              <a:buClrTx/>
              <a:buFont typeface="Wingdings 3" charset="2"/>
              <a:buNone/>
            </a:pPr>
            <a:r>
              <a:rPr lang="fr-FR" altLang="fr-FR" sz="2400" b="1" dirty="0">
                <a:solidFill>
                  <a:schemeClr val="bg2">
                    <a:lumMod val="25000"/>
                  </a:schemeClr>
                </a:solidFill>
                <a:latin typeface="Bookman Old Style" panose="02050604050505020204" pitchFamily="18" charset="0"/>
                <a:ea typeface="+mj-ea"/>
                <a:cs typeface="+mj-cs"/>
              </a:rPr>
              <a:t>1- les trois piliers de cette forme de conflit :</a:t>
            </a:r>
          </a:p>
          <a:p>
            <a:pPr algn="just" defTabSz="914400" eaLnBrk="0" fontAlgn="base" hangingPunct="0">
              <a:lnSpc>
                <a:spcPct val="150000"/>
              </a:lnSpc>
              <a:spcBef>
                <a:spcPct val="0"/>
              </a:spcBef>
              <a:spcAft>
                <a:spcPct val="0"/>
              </a:spcAft>
              <a:buClrTx/>
              <a:buFont typeface="Wingdings" panose="05000000000000000000" pitchFamily="2" charset="2"/>
              <a:buChar char="§"/>
            </a:pPr>
            <a:r>
              <a:rPr lang="fr-FR" altLang="fr-FR" b="1" dirty="0">
                <a:solidFill>
                  <a:srgbClr val="0A0A0A"/>
                </a:solidFill>
                <a:latin typeface="Bookman Old Style" panose="02050604050505020204" pitchFamily="18" charset="0"/>
              </a:rPr>
              <a:t>L'image comme "arme de destruction massive de la confiance:</a:t>
            </a:r>
            <a:endParaRPr lang="fr-FR" altLang="fr-FR" dirty="0">
              <a:solidFill>
                <a:schemeClr val="tx1"/>
              </a:solidFill>
              <a:latin typeface="Bookman Old Style" panose="02050604050505020204" pitchFamily="18" charset="0"/>
            </a:endParaRPr>
          </a:p>
          <a:p>
            <a:pPr algn="just" defTabSz="914400" eaLnBrk="0" fontAlgn="base" hangingPunct="0">
              <a:lnSpc>
                <a:spcPct val="150000"/>
              </a:lnSpc>
              <a:spcBef>
                <a:spcPct val="0"/>
              </a:spcBef>
              <a:spcAft>
                <a:spcPct val="0"/>
              </a:spcAft>
              <a:buClrTx/>
              <a:buFont typeface="Wingdings" panose="05000000000000000000" pitchFamily="2" charset="2"/>
              <a:buChar char="§"/>
            </a:pPr>
            <a:r>
              <a:rPr lang="fr-FR" altLang="fr-FR" b="1" dirty="0">
                <a:solidFill>
                  <a:srgbClr val="0A0A0A"/>
                </a:solidFill>
                <a:latin typeface="Bookman Old Style" panose="02050604050505020204" pitchFamily="18" charset="0"/>
              </a:rPr>
              <a:t>Manipulation des émotions :</a:t>
            </a:r>
            <a:r>
              <a:rPr lang="fr-FR" altLang="fr-FR" dirty="0">
                <a:solidFill>
                  <a:srgbClr val="0A0A0A"/>
                </a:solidFill>
                <a:latin typeface="Bookman Old Style" panose="02050604050505020204" pitchFamily="18" charset="0"/>
              </a:rPr>
              <a:t> </a:t>
            </a:r>
          </a:p>
          <a:p>
            <a:pPr algn="just" defTabSz="914400" eaLnBrk="0" fontAlgn="base" hangingPunct="0">
              <a:lnSpc>
                <a:spcPct val="150000"/>
              </a:lnSpc>
              <a:spcBef>
                <a:spcPct val="0"/>
              </a:spcBef>
              <a:spcAft>
                <a:spcPct val="0"/>
              </a:spcAft>
              <a:buClrTx/>
              <a:buFont typeface="Wingdings" panose="05000000000000000000" pitchFamily="2" charset="2"/>
              <a:buChar char="§"/>
            </a:pPr>
            <a:r>
              <a:rPr lang="fr-FR" altLang="fr-FR" b="1" dirty="0">
                <a:solidFill>
                  <a:srgbClr val="0A0A0A"/>
                </a:solidFill>
                <a:latin typeface="Bookman Old Style" panose="02050604050505020204" pitchFamily="18" charset="0"/>
              </a:rPr>
              <a:t>Saturation attentionnelle :</a:t>
            </a:r>
            <a:r>
              <a:rPr lang="fr-FR" altLang="fr-FR" dirty="0">
                <a:solidFill>
                  <a:srgbClr val="0A0A0A"/>
                </a:solidFill>
                <a:latin typeface="Bookman Old Style" panose="02050604050505020204" pitchFamily="18" charset="0"/>
              </a:rPr>
              <a:t> </a:t>
            </a:r>
            <a:endParaRPr lang="fr-FR" altLang="fr-FR" sz="2000" dirty="0">
              <a:solidFill>
                <a:schemeClr val="tx1"/>
              </a:solidFill>
              <a:latin typeface="Arial" panose="020B0604020202020204" pitchFamily="34" charset="0"/>
            </a:endParaRPr>
          </a:p>
          <a:p>
            <a:endParaRPr lang="fr-FR" dirty="0"/>
          </a:p>
        </p:txBody>
      </p:sp>
      <p:pic>
        <p:nvPicPr>
          <p:cNvPr id="11" name="Espace réservé du contenu 7">
            <a:extLst>
              <a:ext uri="{FF2B5EF4-FFF2-40B4-BE49-F238E27FC236}">
                <a16:creationId xmlns:a16="http://schemas.microsoft.com/office/drawing/2014/main" id="{F2DA7285-B0CF-1582-C83F-9C3D198551D7}"/>
              </a:ext>
            </a:extLst>
          </p:cNvPr>
          <p:cNvPicPr>
            <a:picLocks noChangeAspect="1"/>
          </p:cNvPicPr>
          <p:nvPr/>
        </p:nvPicPr>
        <p:blipFill>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tretch>
            <a:fillRect/>
          </a:stretch>
        </p:blipFill>
        <p:spPr>
          <a:xfrm>
            <a:off x="753175" y="1461561"/>
            <a:ext cx="10500283" cy="1955701"/>
          </a:xfrm>
          <a:prstGeom prst="rect">
            <a:avLst/>
          </a:prstGeom>
        </p:spPr>
      </p:pic>
    </p:spTree>
    <p:extLst>
      <p:ext uri="{BB962C8B-B14F-4D97-AF65-F5344CB8AC3E}">
        <p14:creationId xmlns:p14="http://schemas.microsoft.com/office/powerpoint/2010/main" val="3617875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17" presetClass="entr" presetSubtype="10" fill="hold" nodeType="click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p:cTn id="14" dur="500" fill="hold"/>
                                        <p:tgtEl>
                                          <p:spTgt spid="9"/>
                                        </p:tgtEl>
                                        <p:attrNameLst>
                                          <p:attrName>ppt_w</p:attrName>
                                        </p:attrNameLst>
                                      </p:cBhvr>
                                      <p:tavLst>
                                        <p:tav tm="0">
                                          <p:val>
                                            <p:fltVal val="0"/>
                                          </p:val>
                                        </p:tav>
                                        <p:tav tm="100000">
                                          <p:val>
                                            <p:strVal val="#ppt_w"/>
                                          </p:val>
                                        </p:tav>
                                      </p:tavLst>
                                    </p:anim>
                                    <p:anim calcmode="lin" valueType="num">
                                      <p:cBhvr>
                                        <p:cTn id="15" dur="500" fill="hold"/>
                                        <p:tgtEl>
                                          <p:spTgt spid="9"/>
                                        </p:tgtEl>
                                        <p:attrNameLst>
                                          <p:attrName>ppt_h</p:attrName>
                                        </p:attrNameLst>
                                      </p:cBhvr>
                                      <p:tavLst>
                                        <p:tav tm="0">
                                          <p:val>
                                            <p:strVal val="#ppt_h"/>
                                          </p:val>
                                        </p:tav>
                                        <p:tav tm="100000">
                                          <p:val>
                                            <p:strVal val="#ppt_h"/>
                                          </p:val>
                                        </p:tav>
                                      </p:tavLst>
                                    </p:anim>
                                  </p:childTnLst>
                                </p:cTn>
                              </p:par>
                              <p:par>
                                <p:cTn id="16" presetID="17" presetClass="entr" presetSubtype="1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 calcmode="lin" valueType="num">
                                      <p:cBhvr>
                                        <p:cTn id="18" dur="500" fill="hold"/>
                                        <p:tgtEl>
                                          <p:spTgt spid="10"/>
                                        </p:tgtEl>
                                        <p:attrNameLst>
                                          <p:attrName>ppt_w</p:attrName>
                                        </p:attrNameLst>
                                      </p:cBhvr>
                                      <p:tavLst>
                                        <p:tav tm="0">
                                          <p:val>
                                            <p:fltVal val="0"/>
                                          </p:val>
                                        </p:tav>
                                        <p:tav tm="100000">
                                          <p:val>
                                            <p:strVal val="#ppt_w"/>
                                          </p:val>
                                        </p:tav>
                                      </p:tavLst>
                                    </p:anim>
                                    <p:anim calcmode="lin" valueType="num">
                                      <p:cBhvr>
                                        <p:cTn id="19" dur="500" fill="hold"/>
                                        <p:tgtEl>
                                          <p:spTgt spid="10"/>
                                        </p:tgtEl>
                                        <p:attrNameLst>
                                          <p:attrName>ppt_h</p:attrName>
                                        </p:attrNameLst>
                                      </p:cBhvr>
                                      <p:tavLst>
                                        <p:tav tm="0">
                                          <p:val>
                                            <p:strVal val="#ppt_h"/>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17" presetClass="entr" presetSubtype="10" fill="hold" nodeType="clickEffect">
                                  <p:stCondLst>
                                    <p:cond delay="0"/>
                                  </p:stCondLst>
                                  <p:childTnLst>
                                    <p:set>
                                      <p:cBhvr>
                                        <p:cTn id="23" dur="1" fill="hold">
                                          <p:stCondLst>
                                            <p:cond delay="0"/>
                                          </p:stCondLst>
                                        </p:cTn>
                                        <p:tgtEl>
                                          <p:spTgt spid="16"/>
                                        </p:tgtEl>
                                        <p:attrNameLst>
                                          <p:attrName>style.visibility</p:attrName>
                                        </p:attrNameLst>
                                      </p:cBhvr>
                                      <p:to>
                                        <p:strVal val="visible"/>
                                      </p:to>
                                    </p:set>
                                    <p:anim calcmode="lin" valueType="num">
                                      <p:cBhvr>
                                        <p:cTn id="24" dur="500" fill="hold"/>
                                        <p:tgtEl>
                                          <p:spTgt spid="16"/>
                                        </p:tgtEl>
                                        <p:attrNameLst>
                                          <p:attrName>ppt_w</p:attrName>
                                        </p:attrNameLst>
                                      </p:cBhvr>
                                      <p:tavLst>
                                        <p:tav tm="0">
                                          <p:val>
                                            <p:fltVal val="0"/>
                                          </p:val>
                                        </p:tav>
                                        <p:tav tm="100000">
                                          <p:val>
                                            <p:strVal val="#ppt_w"/>
                                          </p:val>
                                        </p:tav>
                                      </p:tavLst>
                                    </p:anim>
                                    <p:anim calcmode="lin" valueType="num">
                                      <p:cBhvr>
                                        <p:cTn id="25" dur="500" fill="hold"/>
                                        <p:tgtEl>
                                          <p:spTgt spid="16"/>
                                        </p:tgtEl>
                                        <p:attrNameLst>
                                          <p:attrName>ppt_h</p:attrName>
                                        </p:attrNameLst>
                                      </p:cBhvr>
                                      <p:tavLst>
                                        <p:tav tm="0">
                                          <p:val>
                                            <p:strVal val="#ppt_h"/>
                                          </p:val>
                                        </p:tav>
                                        <p:tav tm="100000">
                                          <p:val>
                                            <p:strVal val="#ppt_h"/>
                                          </p:val>
                                        </p:tav>
                                      </p:tavLst>
                                    </p:anim>
                                  </p:childTnLst>
                                </p:cTn>
                              </p:par>
                              <p:par>
                                <p:cTn id="26" presetID="17" presetClass="entr" presetSubtype="10" fill="hold" grpId="0" nodeType="withEffect">
                                  <p:stCondLst>
                                    <p:cond delay="0"/>
                                  </p:stCondLst>
                                  <p:childTnLst>
                                    <p:set>
                                      <p:cBhvr>
                                        <p:cTn id="27" dur="1" fill="hold">
                                          <p:stCondLst>
                                            <p:cond delay="0"/>
                                          </p:stCondLst>
                                        </p:cTn>
                                        <p:tgtEl>
                                          <p:spTgt spid="17"/>
                                        </p:tgtEl>
                                        <p:attrNameLst>
                                          <p:attrName>style.visibility</p:attrName>
                                        </p:attrNameLst>
                                      </p:cBhvr>
                                      <p:to>
                                        <p:strVal val="visible"/>
                                      </p:to>
                                    </p:set>
                                    <p:anim calcmode="lin" valueType="num">
                                      <p:cBhvr>
                                        <p:cTn id="28" dur="500" fill="hold"/>
                                        <p:tgtEl>
                                          <p:spTgt spid="17"/>
                                        </p:tgtEl>
                                        <p:attrNameLst>
                                          <p:attrName>ppt_w</p:attrName>
                                        </p:attrNameLst>
                                      </p:cBhvr>
                                      <p:tavLst>
                                        <p:tav tm="0">
                                          <p:val>
                                            <p:fltVal val="0"/>
                                          </p:val>
                                        </p:tav>
                                        <p:tav tm="100000">
                                          <p:val>
                                            <p:strVal val="#ppt_w"/>
                                          </p:val>
                                        </p:tav>
                                      </p:tavLst>
                                    </p:anim>
                                    <p:anim calcmode="lin" valueType="num">
                                      <p:cBhvr>
                                        <p:cTn id="29" dur="500" fill="hold"/>
                                        <p:tgtEl>
                                          <p:spTgt spid="17"/>
                                        </p:tgtEl>
                                        <p:attrNameLst>
                                          <p:attrName>ppt_h</p:attrName>
                                        </p:attrNameLst>
                                      </p:cBhvr>
                                      <p:tavLst>
                                        <p:tav tm="0">
                                          <p:val>
                                            <p:strVal val="#ppt_h"/>
                                          </p:val>
                                        </p:tav>
                                        <p:tav tm="100000">
                                          <p:val>
                                            <p:strVal val="#ppt_h"/>
                                          </p:val>
                                        </p:tav>
                                      </p:tavLst>
                                    </p:anim>
                                  </p:childTnLst>
                                </p:cTn>
                              </p:par>
                            </p:childTnLst>
                          </p:cTn>
                        </p:par>
                      </p:childTnLst>
                    </p:cTn>
                  </p:par>
                  <p:par>
                    <p:cTn id="30" fill="hold">
                      <p:stCondLst>
                        <p:cond delay="indefinite"/>
                      </p:stCondLst>
                      <p:childTnLst>
                        <p:par>
                          <p:cTn id="31" fill="hold">
                            <p:stCondLst>
                              <p:cond delay="0"/>
                            </p:stCondLst>
                            <p:childTnLst>
                              <p:par>
                                <p:cTn id="32" presetID="2" presetClass="exit" presetSubtype="4" fill="hold" grpId="1" nodeType="clickEffect">
                                  <p:stCondLst>
                                    <p:cond delay="0"/>
                                  </p:stCondLst>
                                  <p:childTnLst>
                                    <p:anim calcmode="lin" valueType="num">
                                      <p:cBhvr additive="base">
                                        <p:cTn id="33" dur="500"/>
                                        <p:tgtEl>
                                          <p:spTgt spid="5"/>
                                        </p:tgtEl>
                                        <p:attrNameLst>
                                          <p:attrName>ppt_x</p:attrName>
                                        </p:attrNameLst>
                                      </p:cBhvr>
                                      <p:tavLst>
                                        <p:tav tm="0">
                                          <p:val>
                                            <p:strVal val="ppt_x"/>
                                          </p:val>
                                        </p:tav>
                                        <p:tav tm="100000">
                                          <p:val>
                                            <p:strVal val="ppt_x"/>
                                          </p:val>
                                        </p:tav>
                                      </p:tavLst>
                                    </p:anim>
                                    <p:anim calcmode="lin" valueType="num">
                                      <p:cBhvr additive="base">
                                        <p:cTn id="34" dur="500"/>
                                        <p:tgtEl>
                                          <p:spTgt spid="5"/>
                                        </p:tgtEl>
                                        <p:attrNameLst>
                                          <p:attrName>ppt_y</p:attrName>
                                        </p:attrNameLst>
                                      </p:cBhvr>
                                      <p:tavLst>
                                        <p:tav tm="0">
                                          <p:val>
                                            <p:strVal val="ppt_y"/>
                                          </p:val>
                                        </p:tav>
                                        <p:tav tm="100000">
                                          <p:val>
                                            <p:strVal val="1+ppt_h/2"/>
                                          </p:val>
                                        </p:tav>
                                      </p:tavLst>
                                    </p:anim>
                                    <p:set>
                                      <p:cBhvr>
                                        <p:cTn id="35" dur="1" fill="hold">
                                          <p:stCondLst>
                                            <p:cond delay="499"/>
                                          </p:stCondLst>
                                        </p:cTn>
                                        <p:tgtEl>
                                          <p:spTgt spid="5"/>
                                        </p:tgtEl>
                                        <p:attrNameLst>
                                          <p:attrName>style.visibility</p:attrName>
                                        </p:attrNameLst>
                                      </p:cBhvr>
                                      <p:to>
                                        <p:strVal val="hidden"/>
                                      </p:to>
                                    </p:set>
                                  </p:childTnLst>
                                </p:cTn>
                              </p:par>
                              <p:par>
                                <p:cTn id="36" presetID="2" presetClass="exit" presetSubtype="4" fill="hold" nodeType="withEffect">
                                  <p:stCondLst>
                                    <p:cond delay="0"/>
                                  </p:stCondLst>
                                  <p:childTnLst>
                                    <p:anim calcmode="lin" valueType="num">
                                      <p:cBhvr additive="base">
                                        <p:cTn id="37" dur="500"/>
                                        <p:tgtEl>
                                          <p:spTgt spid="9"/>
                                        </p:tgtEl>
                                        <p:attrNameLst>
                                          <p:attrName>ppt_x</p:attrName>
                                        </p:attrNameLst>
                                      </p:cBhvr>
                                      <p:tavLst>
                                        <p:tav tm="0">
                                          <p:val>
                                            <p:strVal val="ppt_x"/>
                                          </p:val>
                                        </p:tav>
                                        <p:tav tm="100000">
                                          <p:val>
                                            <p:strVal val="ppt_x"/>
                                          </p:val>
                                        </p:tav>
                                      </p:tavLst>
                                    </p:anim>
                                    <p:anim calcmode="lin" valueType="num">
                                      <p:cBhvr additive="base">
                                        <p:cTn id="38" dur="500"/>
                                        <p:tgtEl>
                                          <p:spTgt spid="9"/>
                                        </p:tgtEl>
                                        <p:attrNameLst>
                                          <p:attrName>ppt_y</p:attrName>
                                        </p:attrNameLst>
                                      </p:cBhvr>
                                      <p:tavLst>
                                        <p:tav tm="0">
                                          <p:val>
                                            <p:strVal val="ppt_y"/>
                                          </p:val>
                                        </p:tav>
                                        <p:tav tm="100000">
                                          <p:val>
                                            <p:strVal val="1+ppt_h/2"/>
                                          </p:val>
                                        </p:tav>
                                      </p:tavLst>
                                    </p:anim>
                                    <p:set>
                                      <p:cBhvr>
                                        <p:cTn id="39" dur="1" fill="hold">
                                          <p:stCondLst>
                                            <p:cond delay="499"/>
                                          </p:stCondLst>
                                        </p:cTn>
                                        <p:tgtEl>
                                          <p:spTgt spid="9"/>
                                        </p:tgtEl>
                                        <p:attrNameLst>
                                          <p:attrName>style.visibility</p:attrName>
                                        </p:attrNameLst>
                                      </p:cBhvr>
                                      <p:to>
                                        <p:strVal val="hidden"/>
                                      </p:to>
                                    </p:set>
                                  </p:childTnLst>
                                </p:cTn>
                              </p:par>
                              <p:par>
                                <p:cTn id="40" presetID="2" presetClass="exit" presetSubtype="4" fill="hold" grpId="1" nodeType="withEffect">
                                  <p:stCondLst>
                                    <p:cond delay="0"/>
                                  </p:stCondLst>
                                  <p:childTnLst>
                                    <p:anim calcmode="lin" valueType="num">
                                      <p:cBhvr additive="base">
                                        <p:cTn id="41" dur="500"/>
                                        <p:tgtEl>
                                          <p:spTgt spid="10"/>
                                        </p:tgtEl>
                                        <p:attrNameLst>
                                          <p:attrName>ppt_x</p:attrName>
                                        </p:attrNameLst>
                                      </p:cBhvr>
                                      <p:tavLst>
                                        <p:tav tm="0">
                                          <p:val>
                                            <p:strVal val="ppt_x"/>
                                          </p:val>
                                        </p:tav>
                                        <p:tav tm="100000">
                                          <p:val>
                                            <p:strVal val="ppt_x"/>
                                          </p:val>
                                        </p:tav>
                                      </p:tavLst>
                                    </p:anim>
                                    <p:anim calcmode="lin" valueType="num">
                                      <p:cBhvr additive="base">
                                        <p:cTn id="42" dur="500"/>
                                        <p:tgtEl>
                                          <p:spTgt spid="10"/>
                                        </p:tgtEl>
                                        <p:attrNameLst>
                                          <p:attrName>ppt_y</p:attrName>
                                        </p:attrNameLst>
                                      </p:cBhvr>
                                      <p:tavLst>
                                        <p:tav tm="0">
                                          <p:val>
                                            <p:strVal val="ppt_y"/>
                                          </p:val>
                                        </p:tav>
                                        <p:tav tm="100000">
                                          <p:val>
                                            <p:strVal val="1+ppt_h/2"/>
                                          </p:val>
                                        </p:tav>
                                      </p:tavLst>
                                    </p:anim>
                                    <p:set>
                                      <p:cBhvr>
                                        <p:cTn id="43" dur="1" fill="hold">
                                          <p:stCondLst>
                                            <p:cond delay="499"/>
                                          </p:stCondLst>
                                        </p:cTn>
                                        <p:tgtEl>
                                          <p:spTgt spid="10"/>
                                        </p:tgtEl>
                                        <p:attrNameLst>
                                          <p:attrName>style.visibility</p:attrName>
                                        </p:attrNameLst>
                                      </p:cBhvr>
                                      <p:to>
                                        <p:strVal val="hidden"/>
                                      </p:to>
                                    </p:set>
                                  </p:childTnLst>
                                </p:cTn>
                              </p:par>
                              <p:par>
                                <p:cTn id="44" presetID="2" presetClass="exit" presetSubtype="4" fill="hold" nodeType="withEffect">
                                  <p:stCondLst>
                                    <p:cond delay="0"/>
                                  </p:stCondLst>
                                  <p:childTnLst>
                                    <p:anim calcmode="lin" valueType="num">
                                      <p:cBhvr additive="base">
                                        <p:cTn id="45" dur="500"/>
                                        <p:tgtEl>
                                          <p:spTgt spid="16"/>
                                        </p:tgtEl>
                                        <p:attrNameLst>
                                          <p:attrName>ppt_x</p:attrName>
                                        </p:attrNameLst>
                                      </p:cBhvr>
                                      <p:tavLst>
                                        <p:tav tm="0">
                                          <p:val>
                                            <p:strVal val="ppt_x"/>
                                          </p:val>
                                        </p:tav>
                                        <p:tav tm="100000">
                                          <p:val>
                                            <p:strVal val="ppt_x"/>
                                          </p:val>
                                        </p:tav>
                                      </p:tavLst>
                                    </p:anim>
                                    <p:anim calcmode="lin" valueType="num">
                                      <p:cBhvr additive="base">
                                        <p:cTn id="46" dur="500"/>
                                        <p:tgtEl>
                                          <p:spTgt spid="16"/>
                                        </p:tgtEl>
                                        <p:attrNameLst>
                                          <p:attrName>ppt_y</p:attrName>
                                        </p:attrNameLst>
                                      </p:cBhvr>
                                      <p:tavLst>
                                        <p:tav tm="0">
                                          <p:val>
                                            <p:strVal val="ppt_y"/>
                                          </p:val>
                                        </p:tav>
                                        <p:tav tm="100000">
                                          <p:val>
                                            <p:strVal val="1+ppt_h/2"/>
                                          </p:val>
                                        </p:tav>
                                      </p:tavLst>
                                    </p:anim>
                                    <p:set>
                                      <p:cBhvr>
                                        <p:cTn id="47" dur="1" fill="hold">
                                          <p:stCondLst>
                                            <p:cond delay="499"/>
                                          </p:stCondLst>
                                        </p:cTn>
                                        <p:tgtEl>
                                          <p:spTgt spid="16"/>
                                        </p:tgtEl>
                                        <p:attrNameLst>
                                          <p:attrName>style.visibility</p:attrName>
                                        </p:attrNameLst>
                                      </p:cBhvr>
                                      <p:to>
                                        <p:strVal val="hidden"/>
                                      </p:to>
                                    </p:set>
                                  </p:childTnLst>
                                </p:cTn>
                              </p:par>
                              <p:par>
                                <p:cTn id="48" presetID="2" presetClass="exit" presetSubtype="4" fill="hold" grpId="1" nodeType="withEffect">
                                  <p:stCondLst>
                                    <p:cond delay="0"/>
                                  </p:stCondLst>
                                  <p:childTnLst>
                                    <p:anim calcmode="lin" valueType="num">
                                      <p:cBhvr additive="base">
                                        <p:cTn id="49" dur="500"/>
                                        <p:tgtEl>
                                          <p:spTgt spid="17"/>
                                        </p:tgtEl>
                                        <p:attrNameLst>
                                          <p:attrName>ppt_x</p:attrName>
                                        </p:attrNameLst>
                                      </p:cBhvr>
                                      <p:tavLst>
                                        <p:tav tm="0">
                                          <p:val>
                                            <p:strVal val="ppt_x"/>
                                          </p:val>
                                        </p:tav>
                                        <p:tav tm="100000">
                                          <p:val>
                                            <p:strVal val="ppt_x"/>
                                          </p:val>
                                        </p:tav>
                                      </p:tavLst>
                                    </p:anim>
                                    <p:anim calcmode="lin" valueType="num">
                                      <p:cBhvr additive="base">
                                        <p:cTn id="50" dur="500"/>
                                        <p:tgtEl>
                                          <p:spTgt spid="17"/>
                                        </p:tgtEl>
                                        <p:attrNameLst>
                                          <p:attrName>ppt_y</p:attrName>
                                        </p:attrNameLst>
                                      </p:cBhvr>
                                      <p:tavLst>
                                        <p:tav tm="0">
                                          <p:val>
                                            <p:strVal val="ppt_y"/>
                                          </p:val>
                                        </p:tav>
                                        <p:tav tm="100000">
                                          <p:val>
                                            <p:strVal val="1+ppt_h/2"/>
                                          </p:val>
                                        </p:tav>
                                      </p:tavLst>
                                    </p:anim>
                                    <p:set>
                                      <p:cBhvr>
                                        <p:cTn id="51" dur="1" fill="hold">
                                          <p:stCondLst>
                                            <p:cond delay="499"/>
                                          </p:stCondLst>
                                        </p:cTn>
                                        <p:tgtEl>
                                          <p:spTgt spid="17"/>
                                        </p:tgtEl>
                                        <p:attrNameLst>
                                          <p:attrName>style.visibility</p:attrName>
                                        </p:attrNameLst>
                                      </p:cBhvr>
                                      <p:to>
                                        <p:strVal val="hidden"/>
                                      </p:to>
                                    </p:set>
                                  </p:childTnLst>
                                </p:cTn>
                              </p:par>
                            </p:childTnLst>
                          </p:cTn>
                        </p:par>
                      </p:childTnLst>
                    </p:cTn>
                  </p:par>
                  <p:par>
                    <p:cTn id="52" fill="hold">
                      <p:stCondLst>
                        <p:cond delay="indefinite"/>
                      </p:stCondLst>
                      <p:childTnLst>
                        <p:par>
                          <p:cTn id="53" fill="hold">
                            <p:stCondLst>
                              <p:cond delay="0"/>
                            </p:stCondLst>
                            <p:childTnLst>
                              <p:par>
                                <p:cTn id="54" presetID="17" presetClass="entr" presetSubtype="10" fill="hold" grpId="0" nodeType="clickEffect">
                                  <p:stCondLst>
                                    <p:cond delay="0"/>
                                  </p:stCondLst>
                                  <p:childTnLst>
                                    <p:set>
                                      <p:cBhvr>
                                        <p:cTn id="55" dur="1" fill="hold">
                                          <p:stCondLst>
                                            <p:cond delay="0"/>
                                          </p:stCondLst>
                                        </p:cTn>
                                        <p:tgtEl>
                                          <p:spTgt spid="19"/>
                                        </p:tgtEl>
                                        <p:attrNameLst>
                                          <p:attrName>style.visibility</p:attrName>
                                        </p:attrNameLst>
                                      </p:cBhvr>
                                      <p:to>
                                        <p:strVal val="visible"/>
                                      </p:to>
                                    </p:set>
                                    <p:anim calcmode="lin" valueType="num">
                                      <p:cBhvr>
                                        <p:cTn id="56" dur="500" fill="hold"/>
                                        <p:tgtEl>
                                          <p:spTgt spid="19"/>
                                        </p:tgtEl>
                                        <p:attrNameLst>
                                          <p:attrName>ppt_w</p:attrName>
                                        </p:attrNameLst>
                                      </p:cBhvr>
                                      <p:tavLst>
                                        <p:tav tm="0">
                                          <p:val>
                                            <p:fltVal val="0"/>
                                          </p:val>
                                        </p:tav>
                                        <p:tav tm="100000">
                                          <p:val>
                                            <p:strVal val="#ppt_w"/>
                                          </p:val>
                                        </p:tav>
                                      </p:tavLst>
                                    </p:anim>
                                    <p:anim calcmode="lin" valueType="num">
                                      <p:cBhvr>
                                        <p:cTn id="57" dur="500" fill="hold"/>
                                        <p:tgtEl>
                                          <p:spTgt spid="19"/>
                                        </p:tgtEl>
                                        <p:attrNameLst>
                                          <p:attrName>ppt_h</p:attrName>
                                        </p:attrNameLst>
                                      </p:cBhvr>
                                      <p:tavLst>
                                        <p:tav tm="0">
                                          <p:val>
                                            <p:strVal val="#ppt_h"/>
                                          </p:val>
                                        </p:tav>
                                        <p:tav tm="100000">
                                          <p:val>
                                            <p:strVal val="#ppt_h"/>
                                          </p:val>
                                        </p:tav>
                                      </p:tavLst>
                                    </p:anim>
                                  </p:childTnLst>
                                </p:cTn>
                              </p:par>
                            </p:childTnLst>
                          </p:cTn>
                        </p:par>
                      </p:childTnLst>
                    </p:cTn>
                  </p:par>
                  <p:par>
                    <p:cTn id="58" fill="hold">
                      <p:stCondLst>
                        <p:cond delay="indefinite"/>
                      </p:stCondLst>
                      <p:childTnLst>
                        <p:par>
                          <p:cTn id="59" fill="hold">
                            <p:stCondLst>
                              <p:cond delay="0"/>
                            </p:stCondLst>
                            <p:childTnLst>
                              <p:par>
                                <p:cTn id="60" presetID="2" presetClass="exit" presetSubtype="4" fill="hold" grpId="1" nodeType="clickEffect">
                                  <p:stCondLst>
                                    <p:cond delay="0"/>
                                  </p:stCondLst>
                                  <p:childTnLst>
                                    <p:anim calcmode="lin" valueType="num">
                                      <p:cBhvr additive="base">
                                        <p:cTn id="61" dur="500"/>
                                        <p:tgtEl>
                                          <p:spTgt spid="19"/>
                                        </p:tgtEl>
                                        <p:attrNameLst>
                                          <p:attrName>ppt_x</p:attrName>
                                        </p:attrNameLst>
                                      </p:cBhvr>
                                      <p:tavLst>
                                        <p:tav tm="0">
                                          <p:val>
                                            <p:strVal val="ppt_x"/>
                                          </p:val>
                                        </p:tav>
                                        <p:tav tm="100000">
                                          <p:val>
                                            <p:strVal val="ppt_x"/>
                                          </p:val>
                                        </p:tav>
                                      </p:tavLst>
                                    </p:anim>
                                    <p:anim calcmode="lin" valueType="num">
                                      <p:cBhvr additive="base">
                                        <p:cTn id="62" dur="500"/>
                                        <p:tgtEl>
                                          <p:spTgt spid="19"/>
                                        </p:tgtEl>
                                        <p:attrNameLst>
                                          <p:attrName>ppt_y</p:attrName>
                                        </p:attrNameLst>
                                      </p:cBhvr>
                                      <p:tavLst>
                                        <p:tav tm="0">
                                          <p:val>
                                            <p:strVal val="ppt_y"/>
                                          </p:val>
                                        </p:tav>
                                        <p:tav tm="100000">
                                          <p:val>
                                            <p:strVal val="1+ppt_h/2"/>
                                          </p:val>
                                        </p:tav>
                                      </p:tavLst>
                                    </p:anim>
                                    <p:set>
                                      <p:cBhvr>
                                        <p:cTn id="63" dur="1" fill="hold">
                                          <p:stCondLst>
                                            <p:cond delay="499"/>
                                          </p:stCondLst>
                                        </p:cTn>
                                        <p:tgtEl>
                                          <p:spTgt spid="19"/>
                                        </p:tgtEl>
                                        <p:attrNameLst>
                                          <p:attrName>style.visibility</p:attrName>
                                        </p:attrNameLst>
                                      </p:cBhvr>
                                      <p:to>
                                        <p:strVal val="hidden"/>
                                      </p:to>
                                    </p:set>
                                  </p:childTnLst>
                                </p:cTn>
                              </p:par>
                            </p:childTnLst>
                          </p:cTn>
                        </p:par>
                      </p:childTnLst>
                    </p:cTn>
                  </p:par>
                  <p:par>
                    <p:cTn id="64" fill="hold">
                      <p:stCondLst>
                        <p:cond delay="indefinite"/>
                      </p:stCondLst>
                      <p:childTnLst>
                        <p:par>
                          <p:cTn id="65" fill="hold">
                            <p:stCondLst>
                              <p:cond delay="0"/>
                            </p:stCondLst>
                            <p:childTnLst>
                              <p:par>
                                <p:cTn id="66" presetID="53" presetClass="entr" presetSubtype="16" fill="hold" grpId="0" nodeType="clickEffect">
                                  <p:stCondLst>
                                    <p:cond delay="0"/>
                                  </p:stCondLst>
                                  <p:childTnLst>
                                    <p:set>
                                      <p:cBhvr>
                                        <p:cTn id="67" dur="1" fill="hold">
                                          <p:stCondLst>
                                            <p:cond delay="0"/>
                                          </p:stCondLst>
                                        </p:cTn>
                                        <p:tgtEl>
                                          <p:spTgt spid="7"/>
                                        </p:tgtEl>
                                        <p:attrNameLst>
                                          <p:attrName>style.visibility</p:attrName>
                                        </p:attrNameLst>
                                      </p:cBhvr>
                                      <p:to>
                                        <p:strVal val="visible"/>
                                      </p:to>
                                    </p:set>
                                    <p:anim calcmode="lin" valueType="num">
                                      <p:cBhvr>
                                        <p:cTn id="68" dur="500" fill="hold"/>
                                        <p:tgtEl>
                                          <p:spTgt spid="7"/>
                                        </p:tgtEl>
                                        <p:attrNameLst>
                                          <p:attrName>ppt_w</p:attrName>
                                        </p:attrNameLst>
                                      </p:cBhvr>
                                      <p:tavLst>
                                        <p:tav tm="0">
                                          <p:val>
                                            <p:fltVal val="0"/>
                                          </p:val>
                                        </p:tav>
                                        <p:tav tm="100000">
                                          <p:val>
                                            <p:strVal val="#ppt_w"/>
                                          </p:val>
                                        </p:tav>
                                      </p:tavLst>
                                    </p:anim>
                                    <p:anim calcmode="lin" valueType="num">
                                      <p:cBhvr>
                                        <p:cTn id="69" dur="500" fill="hold"/>
                                        <p:tgtEl>
                                          <p:spTgt spid="7"/>
                                        </p:tgtEl>
                                        <p:attrNameLst>
                                          <p:attrName>ppt_h</p:attrName>
                                        </p:attrNameLst>
                                      </p:cBhvr>
                                      <p:tavLst>
                                        <p:tav tm="0">
                                          <p:val>
                                            <p:fltVal val="0"/>
                                          </p:val>
                                        </p:tav>
                                        <p:tav tm="100000">
                                          <p:val>
                                            <p:strVal val="#ppt_h"/>
                                          </p:val>
                                        </p:tav>
                                      </p:tavLst>
                                    </p:anim>
                                    <p:animEffect transition="in" filter="fade">
                                      <p:cBhvr>
                                        <p:cTn id="70" dur="500"/>
                                        <p:tgtEl>
                                          <p:spTgt spid="7"/>
                                        </p:tgtEl>
                                      </p:cBhvr>
                                    </p:animEffect>
                                  </p:childTnLst>
                                </p:cTn>
                              </p:par>
                              <p:par>
                                <p:cTn id="71" presetID="53" presetClass="entr" presetSubtype="16" fill="hold" nodeType="withEffect">
                                  <p:stCondLst>
                                    <p:cond delay="0"/>
                                  </p:stCondLst>
                                  <p:childTnLst>
                                    <p:set>
                                      <p:cBhvr>
                                        <p:cTn id="72" dur="1" fill="hold">
                                          <p:stCondLst>
                                            <p:cond delay="0"/>
                                          </p:stCondLst>
                                        </p:cTn>
                                        <p:tgtEl>
                                          <p:spTgt spid="11"/>
                                        </p:tgtEl>
                                        <p:attrNameLst>
                                          <p:attrName>style.visibility</p:attrName>
                                        </p:attrNameLst>
                                      </p:cBhvr>
                                      <p:to>
                                        <p:strVal val="visible"/>
                                      </p:to>
                                    </p:set>
                                    <p:anim calcmode="lin" valueType="num">
                                      <p:cBhvr>
                                        <p:cTn id="73" dur="500" fill="hold"/>
                                        <p:tgtEl>
                                          <p:spTgt spid="11"/>
                                        </p:tgtEl>
                                        <p:attrNameLst>
                                          <p:attrName>ppt_w</p:attrName>
                                        </p:attrNameLst>
                                      </p:cBhvr>
                                      <p:tavLst>
                                        <p:tav tm="0">
                                          <p:val>
                                            <p:fltVal val="0"/>
                                          </p:val>
                                        </p:tav>
                                        <p:tav tm="100000">
                                          <p:val>
                                            <p:strVal val="#ppt_w"/>
                                          </p:val>
                                        </p:tav>
                                      </p:tavLst>
                                    </p:anim>
                                    <p:anim calcmode="lin" valueType="num">
                                      <p:cBhvr>
                                        <p:cTn id="74" dur="500" fill="hold"/>
                                        <p:tgtEl>
                                          <p:spTgt spid="11"/>
                                        </p:tgtEl>
                                        <p:attrNameLst>
                                          <p:attrName>ppt_h</p:attrName>
                                        </p:attrNameLst>
                                      </p:cBhvr>
                                      <p:tavLst>
                                        <p:tav tm="0">
                                          <p:val>
                                            <p:fltVal val="0"/>
                                          </p:val>
                                        </p:tav>
                                        <p:tav tm="100000">
                                          <p:val>
                                            <p:strVal val="#ppt_h"/>
                                          </p:val>
                                        </p:tav>
                                      </p:tavLst>
                                    </p:anim>
                                    <p:animEffect transition="in" filter="fade">
                                      <p:cBhvr>
                                        <p:cTn id="75" dur="500"/>
                                        <p:tgtEl>
                                          <p:spTgt spid="11"/>
                                        </p:tgtEl>
                                      </p:cBhvr>
                                    </p:animEffect>
                                  </p:childTnLst>
                                </p:cTn>
                              </p:par>
                            </p:childTnLst>
                          </p:cTn>
                        </p:par>
                      </p:childTnLst>
                    </p:cTn>
                  </p:par>
                  <p:par>
                    <p:cTn id="76" fill="hold">
                      <p:stCondLst>
                        <p:cond delay="indefinite"/>
                      </p:stCondLst>
                      <p:childTnLst>
                        <p:par>
                          <p:cTn id="77" fill="hold">
                            <p:stCondLst>
                              <p:cond delay="0"/>
                            </p:stCondLst>
                            <p:childTnLst>
                              <p:par>
                                <p:cTn id="78" presetID="17" presetClass="entr" presetSubtype="10" fill="hold" grpId="0" nodeType="clickEffect">
                                  <p:stCondLst>
                                    <p:cond delay="0"/>
                                  </p:stCondLst>
                                  <p:childTnLst>
                                    <p:set>
                                      <p:cBhvr>
                                        <p:cTn id="79" dur="1" fill="hold">
                                          <p:stCondLst>
                                            <p:cond delay="0"/>
                                          </p:stCondLst>
                                        </p:cTn>
                                        <p:tgtEl>
                                          <p:spTgt spid="8">
                                            <p:txEl>
                                              <p:pRg st="0" end="0"/>
                                            </p:txEl>
                                          </p:spTgt>
                                        </p:tgtEl>
                                        <p:attrNameLst>
                                          <p:attrName>style.visibility</p:attrName>
                                        </p:attrNameLst>
                                      </p:cBhvr>
                                      <p:to>
                                        <p:strVal val="visible"/>
                                      </p:to>
                                    </p:set>
                                    <p:anim calcmode="lin" valueType="num">
                                      <p:cBhvr>
                                        <p:cTn id="80" dur="500" fill="hold"/>
                                        <p:tgtEl>
                                          <p:spTgt spid="8">
                                            <p:txEl>
                                              <p:pRg st="0" end="0"/>
                                            </p:txEl>
                                          </p:spTgt>
                                        </p:tgtEl>
                                        <p:attrNameLst>
                                          <p:attrName>ppt_w</p:attrName>
                                        </p:attrNameLst>
                                      </p:cBhvr>
                                      <p:tavLst>
                                        <p:tav tm="0">
                                          <p:val>
                                            <p:fltVal val="0"/>
                                          </p:val>
                                        </p:tav>
                                        <p:tav tm="100000">
                                          <p:val>
                                            <p:strVal val="#ppt_w"/>
                                          </p:val>
                                        </p:tav>
                                      </p:tavLst>
                                    </p:anim>
                                    <p:anim calcmode="lin" valueType="num">
                                      <p:cBhvr>
                                        <p:cTn id="81" dur="500" fill="hold"/>
                                        <p:tgtEl>
                                          <p:spTgt spid="8">
                                            <p:txEl>
                                              <p:pRg st="0" end="0"/>
                                            </p:txEl>
                                          </p:spTgt>
                                        </p:tgtEl>
                                        <p:attrNameLst>
                                          <p:attrName>ppt_h</p:attrName>
                                        </p:attrNameLst>
                                      </p:cBhvr>
                                      <p:tavLst>
                                        <p:tav tm="0">
                                          <p:val>
                                            <p:strVal val="#ppt_h"/>
                                          </p:val>
                                        </p:tav>
                                        <p:tav tm="100000">
                                          <p:val>
                                            <p:strVal val="#ppt_h"/>
                                          </p:val>
                                        </p:tav>
                                      </p:tavLst>
                                    </p:anim>
                                  </p:childTnLst>
                                </p:cTn>
                              </p:par>
                              <p:par>
                                <p:cTn id="82" presetID="17" presetClass="entr" presetSubtype="10" fill="hold" grpId="0" nodeType="withEffect">
                                  <p:stCondLst>
                                    <p:cond delay="0"/>
                                  </p:stCondLst>
                                  <p:childTnLst>
                                    <p:set>
                                      <p:cBhvr>
                                        <p:cTn id="83" dur="1" fill="hold">
                                          <p:stCondLst>
                                            <p:cond delay="0"/>
                                          </p:stCondLst>
                                        </p:cTn>
                                        <p:tgtEl>
                                          <p:spTgt spid="8">
                                            <p:txEl>
                                              <p:pRg st="1" end="1"/>
                                            </p:txEl>
                                          </p:spTgt>
                                        </p:tgtEl>
                                        <p:attrNameLst>
                                          <p:attrName>style.visibility</p:attrName>
                                        </p:attrNameLst>
                                      </p:cBhvr>
                                      <p:to>
                                        <p:strVal val="visible"/>
                                      </p:to>
                                    </p:set>
                                    <p:anim calcmode="lin" valueType="num">
                                      <p:cBhvr>
                                        <p:cTn id="84" dur="500" fill="hold"/>
                                        <p:tgtEl>
                                          <p:spTgt spid="8">
                                            <p:txEl>
                                              <p:pRg st="1" end="1"/>
                                            </p:txEl>
                                          </p:spTgt>
                                        </p:tgtEl>
                                        <p:attrNameLst>
                                          <p:attrName>ppt_w</p:attrName>
                                        </p:attrNameLst>
                                      </p:cBhvr>
                                      <p:tavLst>
                                        <p:tav tm="0">
                                          <p:val>
                                            <p:fltVal val="0"/>
                                          </p:val>
                                        </p:tav>
                                        <p:tav tm="100000">
                                          <p:val>
                                            <p:strVal val="#ppt_w"/>
                                          </p:val>
                                        </p:tav>
                                      </p:tavLst>
                                    </p:anim>
                                    <p:anim calcmode="lin" valueType="num">
                                      <p:cBhvr>
                                        <p:cTn id="85" dur="500" fill="hold"/>
                                        <p:tgtEl>
                                          <p:spTgt spid="8">
                                            <p:txEl>
                                              <p:pRg st="1" end="1"/>
                                            </p:txEl>
                                          </p:spTgt>
                                        </p:tgtEl>
                                        <p:attrNameLst>
                                          <p:attrName>ppt_h</p:attrName>
                                        </p:attrNameLst>
                                      </p:cBhvr>
                                      <p:tavLst>
                                        <p:tav tm="0">
                                          <p:val>
                                            <p:strVal val="#ppt_h"/>
                                          </p:val>
                                        </p:tav>
                                        <p:tav tm="100000">
                                          <p:val>
                                            <p:strVal val="#ppt_h"/>
                                          </p:val>
                                        </p:tav>
                                      </p:tavLst>
                                    </p:anim>
                                  </p:childTnLst>
                                </p:cTn>
                              </p:par>
                              <p:par>
                                <p:cTn id="86" presetID="17" presetClass="entr" presetSubtype="10" fill="hold" grpId="0" nodeType="withEffect">
                                  <p:stCondLst>
                                    <p:cond delay="0"/>
                                  </p:stCondLst>
                                  <p:childTnLst>
                                    <p:set>
                                      <p:cBhvr>
                                        <p:cTn id="87" dur="1" fill="hold">
                                          <p:stCondLst>
                                            <p:cond delay="0"/>
                                          </p:stCondLst>
                                        </p:cTn>
                                        <p:tgtEl>
                                          <p:spTgt spid="8">
                                            <p:txEl>
                                              <p:pRg st="2" end="2"/>
                                            </p:txEl>
                                          </p:spTgt>
                                        </p:tgtEl>
                                        <p:attrNameLst>
                                          <p:attrName>style.visibility</p:attrName>
                                        </p:attrNameLst>
                                      </p:cBhvr>
                                      <p:to>
                                        <p:strVal val="visible"/>
                                      </p:to>
                                    </p:set>
                                    <p:anim calcmode="lin" valueType="num">
                                      <p:cBhvr>
                                        <p:cTn id="88" dur="500" fill="hold"/>
                                        <p:tgtEl>
                                          <p:spTgt spid="8">
                                            <p:txEl>
                                              <p:pRg st="2" end="2"/>
                                            </p:txEl>
                                          </p:spTgt>
                                        </p:tgtEl>
                                        <p:attrNameLst>
                                          <p:attrName>ppt_w</p:attrName>
                                        </p:attrNameLst>
                                      </p:cBhvr>
                                      <p:tavLst>
                                        <p:tav tm="0">
                                          <p:val>
                                            <p:fltVal val="0"/>
                                          </p:val>
                                        </p:tav>
                                        <p:tav tm="100000">
                                          <p:val>
                                            <p:strVal val="#ppt_w"/>
                                          </p:val>
                                        </p:tav>
                                      </p:tavLst>
                                    </p:anim>
                                    <p:anim calcmode="lin" valueType="num">
                                      <p:cBhvr>
                                        <p:cTn id="89" dur="500" fill="hold"/>
                                        <p:tgtEl>
                                          <p:spTgt spid="8">
                                            <p:txEl>
                                              <p:pRg st="2" end="2"/>
                                            </p:txEl>
                                          </p:spTgt>
                                        </p:tgtEl>
                                        <p:attrNameLst>
                                          <p:attrName>ppt_h</p:attrName>
                                        </p:attrNameLst>
                                      </p:cBhvr>
                                      <p:tavLst>
                                        <p:tav tm="0">
                                          <p:val>
                                            <p:strVal val="#ppt_h"/>
                                          </p:val>
                                        </p:tav>
                                        <p:tav tm="100000">
                                          <p:val>
                                            <p:strVal val="#ppt_h"/>
                                          </p:val>
                                        </p:tav>
                                      </p:tavLst>
                                    </p:anim>
                                  </p:childTnLst>
                                </p:cTn>
                              </p:par>
                              <p:par>
                                <p:cTn id="90" presetID="17" presetClass="entr" presetSubtype="10" fill="hold" grpId="0" nodeType="withEffect">
                                  <p:stCondLst>
                                    <p:cond delay="0"/>
                                  </p:stCondLst>
                                  <p:childTnLst>
                                    <p:set>
                                      <p:cBhvr>
                                        <p:cTn id="91" dur="1" fill="hold">
                                          <p:stCondLst>
                                            <p:cond delay="0"/>
                                          </p:stCondLst>
                                        </p:cTn>
                                        <p:tgtEl>
                                          <p:spTgt spid="8">
                                            <p:txEl>
                                              <p:pRg st="3" end="3"/>
                                            </p:txEl>
                                          </p:spTgt>
                                        </p:tgtEl>
                                        <p:attrNameLst>
                                          <p:attrName>style.visibility</p:attrName>
                                        </p:attrNameLst>
                                      </p:cBhvr>
                                      <p:to>
                                        <p:strVal val="visible"/>
                                      </p:to>
                                    </p:set>
                                    <p:anim calcmode="lin" valueType="num">
                                      <p:cBhvr>
                                        <p:cTn id="92" dur="500" fill="hold"/>
                                        <p:tgtEl>
                                          <p:spTgt spid="8">
                                            <p:txEl>
                                              <p:pRg st="3" end="3"/>
                                            </p:txEl>
                                          </p:spTgt>
                                        </p:tgtEl>
                                        <p:attrNameLst>
                                          <p:attrName>ppt_w</p:attrName>
                                        </p:attrNameLst>
                                      </p:cBhvr>
                                      <p:tavLst>
                                        <p:tav tm="0">
                                          <p:val>
                                            <p:fltVal val="0"/>
                                          </p:val>
                                        </p:tav>
                                        <p:tav tm="100000">
                                          <p:val>
                                            <p:strVal val="#ppt_w"/>
                                          </p:val>
                                        </p:tav>
                                      </p:tavLst>
                                    </p:anim>
                                    <p:anim calcmode="lin" valueType="num">
                                      <p:cBhvr>
                                        <p:cTn id="93" dur="500" fill="hold"/>
                                        <p:tgtEl>
                                          <p:spTgt spid="8">
                                            <p:txEl>
                                              <p:pRg st="3" end="3"/>
                                            </p:txEl>
                                          </p:spTgt>
                                        </p:tgtEl>
                                        <p:attrNameLst>
                                          <p:attrName>ppt_h</p:attrName>
                                        </p:attrNameLst>
                                      </p:cBhvr>
                                      <p:tavLst>
                                        <p:tav tm="0">
                                          <p:val>
                                            <p:strVal val="#ppt_h"/>
                                          </p:val>
                                        </p:tav>
                                        <p:tav tm="100000">
                                          <p:val>
                                            <p:strVal val="#ppt_h"/>
                                          </p:val>
                                        </p:tav>
                                      </p:tavLst>
                                    </p:anim>
                                  </p:childTnLst>
                                </p:cTn>
                              </p:par>
                            </p:childTnLst>
                          </p:cTn>
                        </p:par>
                      </p:childTnLst>
                    </p:cTn>
                  </p:par>
                  <p:par>
                    <p:cTn id="94" fill="hold">
                      <p:stCondLst>
                        <p:cond delay="indefinite"/>
                      </p:stCondLst>
                      <p:childTnLst>
                        <p:par>
                          <p:cTn id="95" fill="hold">
                            <p:stCondLst>
                              <p:cond delay="0"/>
                            </p:stCondLst>
                            <p:childTnLst>
                              <p:par>
                                <p:cTn id="96" presetID="2" presetClass="exit" presetSubtype="4" fill="hold" grpId="1" nodeType="clickEffect">
                                  <p:stCondLst>
                                    <p:cond delay="0"/>
                                  </p:stCondLst>
                                  <p:childTnLst>
                                    <p:anim calcmode="lin" valueType="num">
                                      <p:cBhvr additive="base">
                                        <p:cTn id="97" dur="500"/>
                                        <p:tgtEl>
                                          <p:spTgt spid="7"/>
                                        </p:tgtEl>
                                        <p:attrNameLst>
                                          <p:attrName>ppt_x</p:attrName>
                                        </p:attrNameLst>
                                      </p:cBhvr>
                                      <p:tavLst>
                                        <p:tav tm="0">
                                          <p:val>
                                            <p:strVal val="ppt_x"/>
                                          </p:val>
                                        </p:tav>
                                        <p:tav tm="100000">
                                          <p:val>
                                            <p:strVal val="ppt_x"/>
                                          </p:val>
                                        </p:tav>
                                      </p:tavLst>
                                    </p:anim>
                                    <p:anim calcmode="lin" valueType="num">
                                      <p:cBhvr additive="base">
                                        <p:cTn id="98" dur="500"/>
                                        <p:tgtEl>
                                          <p:spTgt spid="7"/>
                                        </p:tgtEl>
                                        <p:attrNameLst>
                                          <p:attrName>ppt_y</p:attrName>
                                        </p:attrNameLst>
                                      </p:cBhvr>
                                      <p:tavLst>
                                        <p:tav tm="0">
                                          <p:val>
                                            <p:strVal val="ppt_y"/>
                                          </p:val>
                                        </p:tav>
                                        <p:tav tm="100000">
                                          <p:val>
                                            <p:strVal val="1+ppt_h/2"/>
                                          </p:val>
                                        </p:tav>
                                      </p:tavLst>
                                    </p:anim>
                                    <p:set>
                                      <p:cBhvr>
                                        <p:cTn id="99" dur="1" fill="hold">
                                          <p:stCondLst>
                                            <p:cond delay="499"/>
                                          </p:stCondLst>
                                        </p:cTn>
                                        <p:tgtEl>
                                          <p:spTgt spid="7"/>
                                        </p:tgtEl>
                                        <p:attrNameLst>
                                          <p:attrName>style.visibility</p:attrName>
                                        </p:attrNameLst>
                                      </p:cBhvr>
                                      <p:to>
                                        <p:strVal val="hidden"/>
                                      </p:to>
                                    </p:set>
                                  </p:childTnLst>
                                </p:cTn>
                              </p:par>
                              <p:par>
                                <p:cTn id="100" presetID="2" presetClass="exit" presetSubtype="4" fill="hold" nodeType="withEffect">
                                  <p:stCondLst>
                                    <p:cond delay="0"/>
                                  </p:stCondLst>
                                  <p:childTnLst>
                                    <p:anim calcmode="lin" valueType="num">
                                      <p:cBhvr additive="base">
                                        <p:cTn id="101" dur="500"/>
                                        <p:tgtEl>
                                          <p:spTgt spid="11"/>
                                        </p:tgtEl>
                                        <p:attrNameLst>
                                          <p:attrName>ppt_x</p:attrName>
                                        </p:attrNameLst>
                                      </p:cBhvr>
                                      <p:tavLst>
                                        <p:tav tm="0">
                                          <p:val>
                                            <p:strVal val="ppt_x"/>
                                          </p:val>
                                        </p:tav>
                                        <p:tav tm="100000">
                                          <p:val>
                                            <p:strVal val="ppt_x"/>
                                          </p:val>
                                        </p:tav>
                                      </p:tavLst>
                                    </p:anim>
                                    <p:anim calcmode="lin" valueType="num">
                                      <p:cBhvr additive="base">
                                        <p:cTn id="102" dur="500"/>
                                        <p:tgtEl>
                                          <p:spTgt spid="11"/>
                                        </p:tgtEl>
                                        <p:attrNameLst>
                                          <p:attrName>ppt_y</p:attrName>
                                        </p:attrNameLst>
                                      </p:cBhvr>
                                      <p:tavLst>
                                        <p:tav tm="0">
                                          <p:val>
                                            <p:strVal val="ppt_y"/>
                                          </p:val>
                                        </p:tav>
                                        <p:tav tm="100000">
                                          <p:val>
                                            <p:strVal val="1+ppt_h/2"/>
                                          </p:val>
                                        </p:tav>
                                      </p:tavLst>
                                    </p:anim>
                                    <p:set>
                                      <p:cBhvr>
                                        <p:cTn id="103" dur="1" fill="hold">
                                          <p:stCondLst>
                                            <p:cond delay="499"/>
                                          </p:stCondLst>
                                        </p:cTn>
                                        <p:tgtEl>
                                          <p:spTgt spid="11"/>
                                        </p:tgtEl>
                                        <p:attrNameLst>
                                          <p:attrName>style.visibility</p:attrName>
                                        </p:attrNameLst>
                                      </p:cBhvr>
                                      <p:to>
                                        <p:strVal val="hidden"/>
                                      </p:to>
                                    </p:set>
                                  </p:childTnLst>
                                </p:cTn>
                              </p:par>
                              <p:par>
                                <p:cTn id="104" presetID="2" presetClass="exit" presetSubtype="4" fill="hold" grpId="1" nodeType="withEffect">
                                  <p:stCondLst>
                                    <p:cond delay="0"/>
                                  </p:stCondLst>
                                  <p:childTnLst>
                                    <p:anim calcmode="lin" valueType="num">
                                      <p:cBhvr additive="base">
                                        <p:cTn id="105" dur="500"/>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106" dur="500"/>
                                        <p:tgtEl>
                                          <p:spTgt spid="8">
                                            <p:txEl>
                                              <p:pRg st="0" end="0"/>
                                            </p:txEl>
                                          </p:spTgt>
                                        </p:tgtEl>
                                        <p:attrNameLst>
                                          <p:attrName>ppt_y</p:attrName>
                                        </p:attrNameLst>
                                      </p:cBhvr>
                                      <p:tavLst>
                                        <p:tav tm="0">
                                          <p:val>
                                            <p:strVal val="ppt_y"/>
                                          </p:val>
                                        </p:tav>
                                        <p:tav tm="100000">
                                          <p:val>
                                            <p:strVal val="1+ppt_h/2"/>
                                          </p:val>
                                        </p:tav>
                                      </p:tavLst>
                                    </p:anim>
                                    <p:set>
                                      <p:cBhvr>
                                        <p:cTn id="107" dur="1" fill="hold">
                                          <p:stCondLst>
                                            <p:cond delay="499"/>
                                          </p:stCondLst>
                                        </p:cTn>
                                        <p:tgtEl>
                                          <p:spTgt spid="8">
                                            <p:txEl>
                                              <p:pRg st="0" end="0"/>
                                            </p:txEl>
                                          </p:spTgt>
                                        </p:tgtEl>
                                        <p:attrNameLst>
                                          <p:attrName>style.visibility</p:attrName>
                                        </p:attrNameLst>
                                      </p:cBhvr>
                                      <p:to>
                                        <p:strVal val="hidden"/>
                                      </p:to>
                                    </p:set>
                                  </p:childTnLst>
                                </p:cTn>
                              </p:par>
                              <p:par>
                                <p:cTn id="108" presetID="2" presetClass="exit" presetSubtype="4" fill="hold" grpId="1" nodeType="withEffect">
                                  <p:stCondLst>
                                    <p:cond delay="0"/>
                                  </p:stCondLst>
                                  <p:childTnLst>
                                    <p:anim calcmode="lin" valueType="num">
                                      <p:cBhvr additive="base">
                                        <p:cTn id="109" dur="500"/>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110" dur="500"/>
                                        <p:tgtEl>
                                          <p:spTgt spid="8">
                                            <p:txEl>
                                              <p:pRg st="1" end="1"/>
                                            </p:txEl>
                                          </p:spTgt>
                                        </p:tgtEl>
                                        <p:attrNameLst>
                                          <p:attrName>ppt_y</p:attrName>
                                        </p:attrNameLst>
                                      </p:cBhvr>
                                      <p:tavLst>
                                        <p:tav tm="0">
                                          <p:val>
                                            <p:strVal val="ppt_y"/>
                                          </p:val>
                                        </p:tav>
                                        <p:tav tm="100000">
                                          <p:val>
                                            <p:strVal val="1+ppt_h/2"/>
                                          </p:val>
                                        </p:tav>
                                      </p:tavLst>
                                    </p:anim>
                                    <p:set>
                                      <p:cBhvr>
                                        <p:cTn id="111" dur="1" fill="hold">
                                          <p:stCondLst>
                                            <p:cond delay="499"/>
                                          </p:stCondLst>
                                        </p:cTn>
                                        <p:tgtEl>
                                          <p:spTgt spid="8">
                                            <p:txEl>
                                              <p:pRg st="1" end="1"/>
                                            </p:txEl>
                                          </p:spTgt>
                                        </p:tgtEl>
                                        <p:attrNameLst>
                                          <p:attrName>style.visibility</p:attrName>
                                        </p:attrNameLst>
                                      </p:cBhvr>
                                      <p:to>
                                        <p:strVal val="hidden"/>
                                      </p:to>
                                    </p:set>
                                  </p:childTnLst>
                                </p:cTn>
                              </p:par>
                              <p:par>
                                <p:cTn id="112" presetID="2" presetClass="exit" presetSubtype="4" fill="hold" grpId="1" nodeType="withEffect">
                                  <p:stCondLst>
                                    <p:cond delay="0"/>
                                  </p:stCondLst>
                                  <p:childTnLst>
                                    <p:anim calcmode="lin" valueType="num">
                                      <p:cBhvr additive="base">
                                        <p:cTn id="113" dur="500"/>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114" dur="500"/>
                                        <p:tgtEl>
                                          <p:spTgt spid="8">
                                            <p:txEl>
                                              <p:pRg st="2" end="2"/>
                                            </p:txEl>
                                          </p:spTgt>
                                        </p:tgtEl>
                                        <p:attrNameLst>
                                          <p:attrName>ppt_y</p:attrName>
                                        </p:attrNameLst>
                                      </p:cBhvr>
                                      <p:tavLst>
                                        <p:tav tm="0">
                                          <p:val>
                                            <p:strVal val="ppt_y"/>
                                          </p:val>
                                        </p:tav>
                                        <p:tav tm="100000">
                                          <p:val>
                                            <p:strVal val="1+ppt_h/2"/>
                                          </p:val>
                                        </p:tav>
                                      </p:tavLst>
                                    </p:anim>
                                    <p:set>
                                      <p:cBhvr>
                                        <p:cTn id="115" dur="1" fill="hold">
                                          <p:stCondLst>
                                            <p:cond delay="499"/>
                                          </p:stCondLst>
                                        </p:cTn>
                                        <p:tgtEl>
                                          <p:spTgt spid="8">
                                            <p:txEl>
                                              <p:pRg st="2" end="2"/>
                                            </p:txEl>
                                          </p:spTgt>
                                        </p:tgtEl>
                                        <p:attrNameLst>
                                          <p:attrName>style.visibility</p:attrName>
                                        </p:attrNameLst>
                                      </p:cBhvr>
                                      <p:to>
                                        <p:strVal val="hidden"/>
                                      </p:to>
                                    </p:set>
                                  </p:childTnLst>
                                </p:cTn>
                              </p:par>
                              <p:par>
                                <p:cTn id="116" presetID="2" presetClass="exit" presetSubtype="4" fill="hold" grpId="1" nodeType="withEffect">
                                  <p:stCondLst>
                                    <p:cond delay="0"/>
                                  </p:stCondLst>
                                  <p:childTnLst>
                                    <p:anim calcmode="lin" valueType="num">
                                      <p:cBhvr additive="base">
                                        <p:cTn id="117" dur="500"/>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118" dur="500"/>
                                        <p:tgtEl>
                                          <p:spTgt spid="8">
                                            <p:txEl>
                                              <p:pRg st="3" end="3"/>
                                            </p:txEl>
                                          </p:spTgt>
                                        </p:tgtEl>
                                        <p:attrNameLst>
                                          <p:attrName>ppt_y</p:attrName>
                                        </p:attrNameLst>
                                      </p:cBhvr>
                                      <p:tavLst>
                                        <p:tav tm="0">
                                          <p:val>
                                            <p:strVal val="ppt_y"/>
                                          </p:val>
                                        </p:tav>
                                        <p:tav tm="100000">
                                          <p:val>
                                            <p:strVal val="1+ppt_h/2"/>
                                          </p:val>
                                        </p:tav>
                                      </p:tavLst>
                                    </p:anim>
                                    <p:set>
                                      <p:cBhvr>
                                        <p:cTn id="119" dur="1" fill="hold">
                                          <p:stCondLst>
                                            <p:cond delay="499"/>
                                          </p:stCondLst>
                                        </p:cTn>
                                        <p:tgtEl>
                                          <p:spTgt spid="8">
                                            <p:txEl>
                                              <p:pRg st="3" end="3"/>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10" grpId="0"/>
      <p:bldP spid="10" grpId="1"/>
      <p:bldP spid="17" grpId="0"/>
      <p:bldP spid="17" grpId="1"/>
      <p:bldP spid="19" grpId="0"/>
      <p:bldP spid="19" grpId="1"/>
      <p:bldP spid="7" grpId="0"/>
      <p:bldP spid="7" grpId="1"/>
      <p:bldP spid="8" grpId="0" build="allAtOnce"/>
      <p:bldP spid="8" grpId="1" build="allAtOnce"/>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6D152968-EAAB-C498-805F-DFAEBF1D68CA}"/>
              </a:ext>
            </a:extLst>
          </p:cNvPr>
          <p:cNvSpPr>
            <a:spLocks noGrp="1"/>
          </p:cNvSpPr>
          <p:nvPr>
            <p:ph type="title"/>
          </p:nvPr>
        </p:nvSpPr>
        <p:spPr>
          <a:xfrm>
            <a:off x="1652338" y="139959"/>
            <a:ext cx="10154652" cy="786063"/>
          </a:xfrm>
        </p:spPr>
        <p:txBody>
          <a:bodyPr>
            <a:normAutofit fontScale="90000"/>
          </a:bodyPr>
          <a:lstStyle/>
          <a:p>
            <a:r>
              <a:rPr lang="fr-FR" altLang="fr-FR" sz="2700" b="1" u="sng" dirty="0">
                <a:solidFill>
                  <a:schemeClr val="accent4"/>
                </a:solidFill>
                <a:latin typeface="Bookman Old Style" panose="02050604050505020204" pitchFamily="18" charset="0"/>
              </a:rPr>
              <a:t>Partie I </a:t>
            </a:r>
            <a:r>
              <a:rPr lang="fr-FR" altLang="fr-FR" sz="2400" b="1" dirty="0">
                <a:solidFill>
                  <a:schemeClr val="accent4"/>
                </a:solidFill>
                <a:latin typeface="Bookman Old Style" panose="02050604050505020204" pitchFamily="18" charset="0"/>
              </a:rPr>
              <a:t>:</a:t>
            </a:r>
            <a:br>
              <a:rPr lang="fr-FR" altLang="fr-FR" sz="2400" b="1" dirty="0">
                <a:solidFill>
                  <a:schemeClr val="accent4"/>
                </a:solidFill>
                <a:latin typeface="Bookman Old Style" panose="02050604050505020204" pitchFamily="18" charset="0"/>
              </a:rPr>
            </a:br>
            <a:r>
              <a:rPr lang="fr-FR" altLang="fr-FR" sz="2400" b="1" dirty="0">
                <a:solidFill>
                  <a:schemeClr val="bg2">
                    <a:lumMod val="25000"/>
                  </a:schemeClr>
                </a:solidFill>
                <a:latin typeface="Bookman Old Style" panose="02050604050505020204" pitchFamily="18" charset="0"/>
              </a:rPr>
              <a:t>III- 2 La protection d'image : une défense "neuro-cognitive"</a:t>
            </a:r>
            <a:endParaRPr lang="fr-FR" sz="2400" b="1" dirty="0">
              <a:solidFill>
                <a:schemeClr val="bg2">
                  <a:lumMod val="25000"/>
                </a:schemeClr>
              </a:solidFill>
              <a:latin typeface="Bookman Old Style" panose="02050604050505020204" pitchFamily="18" charset="0"/>
            </a:endParaRPr>
          </a:p>
        </p:txBody>
      </p:sp>
      <p:sp>
        <p:nvSpPr>
          <p:cNvPr id="6" name="Espace réservé du contenu 5">
            <a:extLst>
              <a:ext uri="{FF2B5EF4-FFF2-40B4-BE49-F238E27FC236}">
                <a16:creationId xmlns:a16="http://schemas.microsoft.com/office/drawing/2014/main" id="{E0E2493F-8959-105F-A884-52877A22AEC5}"/>
              </a:ext>
            </a:extLst>
          </p:cNvPr>
          <p:cNvSpPr>
            <a:spLocks noGrp="1"/>
          </p:cNvSpPr>
          <p:nvPr>
            <p:ph sz="half" idx="1"/>
          </p:nvPr>
        </p:nvSpPr>
        <p:spPr>
          <a:xfrm>
            <a:off x="921695" y="1671035"/>
            <a:ext cx="4313864" cy="786063"/>
          </a:xfrm>
        </p:spPr>
        <p:txBody>
          <a:bodyPr/>
          <a:lstStyle/>
          <a:p>
            <a:r>
              <a:rPr lang="fr-FR" altLang="fr-FR" b="1" dirty="0">
                <a:solidFill>
                  <a:srgbClr val="0A0A0A"/>
                </a:solidFill>
                <a:latin typeface="Bookman Old Style" panose="02050604050505020204" pitchFamily="18" charset="0"/>
              </a:rPr>
              <a:t>Vérification de l'authenticité :</a:t>
            </a:r>
            <a:r>
              <a:rPr lang="fr-FR" altLang="fr-FR" dirty="0">
                <a:solidFill>
                  <a:srgbClr val="0A0A0A"/>
                </a:solidFill>
                <a:latin typeface="Bookman Old Style" panose="02050604050505020204" pitchFamily="18" charset="0"/>
              </a:rPr>
              <a:t> </a:t>
            </a:r>
            <a:endParaRPr lang="fr-FR" dirty="0"/>
          </a:p>
        </p:txBody>
      </p:sp>
      <p:sp>
        <p:nvSpPr>
          <p:cNvPr id="7" name="Espace réservé du contenu 6">
            <a:extLst>
              <a:ext uri="{FF2B5EF4-FFF2-40B4-BE49-F238E27FC236}">
                <a16:creationId xmlns:a16="http://schemas.microsoft.com/office/drawing/2014/main" id="{9EE8CDA6-B136-530D-4A11-827C8DE87721}"/>
              </a:ext>
            </a:extLst>
          </p:cNvPr>
          <p:cNvSpPr>
            <a:spLocks noGrp="1"/>
          </p:cNvSpPr>
          <p:nvPr>
            <p:ph sz="half" idx="2"/>
          </p:nvPr>
        </p:nvSpPr>
        <p:spPr>
          <a:xfrm>
            <a:off x="921695" y="2687459"/>
            <a:ext cx="4313864" cy="873652"/>
          </a:xfrm>
        </p:spPr>
        <p:txBody>
          <a:bodyPr/>
          <a:lstStyle/>
          <a:p>
            <a:r>
              <a:rPr lang="fr-FR" altLang="fr-FR" b="1" dirty="0">
                <a:solidFill>
                  <a:srgbClr val="0A0A0A"/>
                </a:solidFill>
                <a:latin typeface="Bookman Old Style" panose="02050604050505020204" pitchFamily="18" charset="0"/>
              </a:rPr>
              <a:t>Hygiène de l'IA</a:t>
            </a:r>
            <a:endParaRPr lang="fr-FR" dirty="0"/>
          </a:p>
        </p:txBody>
      </p:sp>
      <p:sp>
        <p:nvSpPr>
          <p:cNvPr id="4" name="Espace réservé du numéro de diapositive 3">
            <a:extLst>
              <a:ext uri="{FF2B5EF4-FFF2-40B4-BE49-F238E27FC236}">
                <a16:creationId xmlns:a16="http://schemas.microsoft.com/office/drawing/2014/main" id="{D67A938F-6419-BEDF-074A-C9EBB307F71F}"/>
              </a:ext>
            </a:extLst>
          </p:cNvPr>
          <p:cNvSpPr>
            <a:spLocks noGrp="1"/>
          </p:cNvSpPr>
          <p:nvPr>
            <p:ph type="sldNum" sz="quarter" idx="12"/>
          </p:nvPr>
        </p:nvSpPr>
        <p:spPr/>
        <p:txBody>
          <a:bodyPr/>
          <a:lstStyle/>
          <a:p>
            <a:fld id="{4EFB72C0-99D3-44BB-B7E8-F5268695D5AA}" type="slidenum">
              <a:rPr lang="fr-FR" smtClean="0"/>
              <a:t>5</a:t>
            </a:fld>
            <a:endParaRPr lang="fr-FR"/>
          </a:p>
        </p:txBody>
      </p:sp>
      <p:sp>
        <p:nvSpPr>
          <p:cNvPr id="8" name="Espace réservé du contenu 6">
            <a:extLst>
              <a:ext uri="{FF2B5EF4-FFF2-40B4-BE49-F238E27FC236}">
                <a16:creationId xmlns:a16="http://schemas.microsoft.com/office/drawing/2014/main" id="{108A8841-EF18-0E3C-0FF9-A7C226790D5E}"/>
              </a:ext>
            </a:extLst>
          </p:cNvPr>
          <p:cNvSpPr txBox="1">
            <a:spLocks/>
          </p:cNvSpPr>
          <p:nvPr/>
        </p:nvSpPr>
        <p:spPr>
          <a:xfrm>
            <a:off x="921695" y="3656591"/>
            <a:ext cx="4313864" cy="64782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r>
              <a:rPr lang="fr-FR" altLang="fr-FR" b="1" dirty="0">
                <a:solidFill>
                  <a:srgbClr val="0A0A0A"/>
                </a:solidFill>
                <a:latin typeface="Bookman Old Style" panose="02050604050505020204" pitchFamily="18" charset="0"/>
              </a:rPr>
              <a:t>Contre-influence :</a:t>
            </a:r>
            <a:r>
              <a:rPr lang="fr-FR" altLang="fr-FR" dirty="0">
                <a:solidFill>
                  <a:srgbClr val="0A0A0A"/>
                </a:solidFill>
                <a:latin typeface="Bookman Old Style" panose="02050604050505020204" pitchFamily="18" charset="0"/>
              </a:rPr>
              <a:t> </a:t>
            </a:r>
          </a:p>
          <a:p>
            <a:endParaRPr lang="fr-FR" dirty="0"/>
          </a:p>
        </p:txBody>
      </p:sp>
      <p:sp>
        <p:nvSpPr>
          <p:cNvPr id="11" name="ZoneTexte 10">
            <a:extLst>
              <a:ext uri="{FF2B5EF4-FFF2-40B4-BE49-F238E27FC236}">
                <a16:creationId xmlns:a16="http://schemas.microsoft.com/office/drawing/2014/main" id="{C2AF703F-2EE5-36DB-23C6-A2220861DF54}"/>
              </a:ext>
            </a:extLst>
          </p:cNvPr>
          <p:cNvSpPr txBox="1"/>
          <p:nvPr/>
        </p:nvSpPr>
        <p:spPr>
          <a:xfrm>
            <a:off x="531812" y="5095664"/>
            <a:ext cx="10039935" cy="1014765"/>
          </a:xfrm>
          <a:prstGeom prst="rect">
            <a:avLst/>
          </a:prstGeom>
          <a:noFill/>
        </p:spPr>
        <p:txBody>
          <a:bodyPr wrap="square">
            <a:spAutoFit/>
          </a:bodyPr>
          <a:lstStyle/>
          <a:p>
            <a:pPr algn="just" defTabSz="914400">
              <a:lnSpc>
                <a:spcPct val="150000"/>
              </a:lnSpc>
            </a:pPr>
            <a:r>
              <a:rPr lang="fr-FR" altLang="fr-FR" sz="2200" b="1" dirty="0">
                <a:solidFill>
                  <a:schemeClr val="accent4"/>
                </a:solidFill>
                <a:latin typeface="Bookman Old Style" panose="02050604050505020204" pitchFamily="18" charset="0"/>
                <a:ea typeface="+mj-ea"/>
                <a:cs typeface="+mj-cs"/>
              </a:rPr>
              <a:t>Partie II </a:t>
            </a:r>
            <a:r>
              <a:rPr lang="fr-FR" altLang="fr-FR" sz="1800" b="1" dirty="0">
                <a:solidFill>
                  <a:schemeClr val="accent4"/>
                </a:solidFill>
                <a:latin typeface="Bookman Old Style" panose="02050604050505020204" pitchFamily="18" charset="0"/>
              </a:rPr>
              <a:t>: </a:t>
            </a:r>
            <a:r>
              <a:rPr lang="fr-FR" altLang="fr-FR" sz="2200" b="1" dirty="0">
                <a:solidFill>
                  <a:schemeClr val="accent4"/>
                </a:solidFill>
                <a:latin typeface="Bookman Old Style" panose="02050604050505020204" pitchFamily="18" charset="0"/>
              </a:rPr>
              <a:t>I-</a:t>
            </a:r>
            <a:r>
              <a:rPr lang="fr-FR" altLang="fr-FR" sz="2400" dirty="0">
                <a:solidFill>
                  <a:schemeClr val="accent4"/>
                </a:solidFill>
                <a:latin typeface="Bookman Old Style" panose="02050604050505020204" pitchFamily="18" charset="0"/>
              </a:rPr>
              <a:t> </a:t>
            </a:r>
            <a:r>
              <a:rPr lang="fr-FR" altLang="fr-FR" sz="2400" b="1" dirty="0">
                <a:solidFill>
                  <a:schemeClr val="accent4"/>
                </a:solidFill>
                <a:latin typeface="Bookman Old Style" panose="02050604050505020204" pitchFamily="18" charset="0"/>
              </a:rPr>
              <a:t>Le Dispositif de Protection et de Riposte </a:t>
            </a:r>
            <a:endParaRPr lang="fr-FR" altLang="fr-FR" sz="2200" b="1" dirty="0">
              <a:solidFill>
                <a:schemeClr val="accent4"/>
              </a:solidFill>
              <a:latin typeface="Bookman Old Style" panose="02050604050505020204" pitchFamily="18" charset="0"/>
            </a:endParaRPr>
          </a:p>
          <a:p>
            <a:pPr lvl="0" algn="just" defTabSz="914400">
              <a:lnSpc>
                <a:spcPct val="150000"/>
              </a:lnSpc>
            </a:pPr>
            <a:r>
              <a:rPr lang="fr-FR" altLang="fr-FR" dirty="0">
                <a:solidFill>
                  <a:srgbClr val="0A0A0A"/>
                </a:solidFill>
                <a:latin typeface="Bookman Old Style" panose="02050604050505020204" pitchFamily="18" charset="0"/>
              </a:rPr>
              <a:t>1-</a:t>
            </a:r>
            <a:r>
              <a:rPr lang="fr-FR" altLang="fr-FR" sz="1800" dirty="0">
                <a:solidFill>
                  <a:srgbClr val="0A0A0A"/>
                </a:solidFill>
                <a:latin typeface="Bookman Old Style" panose="02050604050505020204" pitchFamily="18" charset="0"/>
              </a:rPr>
              <a:t>Le cadre institutionnel et légal : </a:t>
            </a:r>
          </a:p>
        </p:txBody>
      </p:sp>
      <p:sp>
        <p:nvSpPr>
          <p:cNvPr id="2" name="Titre 4">
            <a:extLst>
              <a:ext uri="{FF2B5EF4-FFF2-40B4-BE49-F238E27FC236}">
                <a16:creationId xmlns:a16="http://schemas.microsoft.com/office/drawing/2014/main" id="{B3A2ED2A-4948-B138-FF99-D556B05A6FD2}"/>
              </a:ext>
            </a:extLst>
          </p:cNvPr>
          <p:cNvSpPr txBox="1">
            <a:spLocks/>
          </p:cNvSpPr>
          <p:nvPr/>
        </p:nvSpPr>
        <p:spPr>
          <a:xfrm>
            <a:off x="1652338" y="223909"/>
            <a:ext cx="7312884" cy="1894528"/>
          </a:xfrm>
          <a:prstGeom prst="rect">
            <a:avLst/>
          </a:prstGeom>
        </p:spPr>
        <p:txBody>
          <a:bodyPr vert="horz" lIns="91440" tIns="45720" rIns="91440" bIns="45720" rtlCol="0" anchor="t">
            <a:normAutofit fontScale="25000" lnSpcReduction="20000"/>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defTabSz="914400" eaLnBrk="0" fontAlgn="base" hangingPunct="0">
              <a:lnSpc>
                <a:spcPct val="150000"/>
              </a:lnSpc>
              <a:spcAft>
                <a:spcPct val="0"/>
              </a:spcAft>
            </a:pPr>
            <a:r>
              <a:rPr lang="fr-FR" altLang="fr-FR" sz="9600" b="1" u="sng" dirty="0">
                <a:solidFill>
                  <a:schemeClr val="accent4"/>
                </a:solidFill>
                <a:latin typeface="Bookman Old Style" panose="02050604050505020204" pitchFamily="18" charset="0"/>
              </a:rPr>
              <a:t>Partie II</a:t>
            </a:r>
            <a:br>
              <a:rPr lang="fr-FR" altLang="fr-FR" sz="2200" b="1" dirty="0">
                <a:solidFill>
                  <a:schemeClr val="bg2">
                    <a:lumMod val="25000"/>
                  </a:schemeClr>
                </a:solidFill>
                <a:latin typeface="Bookman Old Style" panose="02050604050505020204" pitchFamily="18" charset="0"/>
              </a:rPr>
            </a:br>
            <a:r>
              <a:rPr lang="fr-FR" altLang="fr-FR" sz="8000" b="1" dirty="0">
                <a:solidFill>
                  <a:schemeClr val="bg2">
                    <a:lumMod val="25000"/>
                  </a:schemeClr>
                </a:solidFill>
                <a:latin typeface="Bookman Old Style" panose="02050604050505020204" pitchFamily="18" charset="0"/>
              </a:rPr>
              <a:t>I. Le Dispositif de Protection et de Riposte </a:t>
            </a:r>
          </a:p>
          <a:p>
            <a:pPr defTabSz="914400" eaLnBrk="0" fontAlgn="base" hangingPunct="0">
              <a:lnSpc>
                <a:spcPct val="150000"/>
              </a:lnSpc>
              <a:spcAft>
                <a:spcPct val="0"/>
              </a:spcAft>
            </a:pPr>
            <a:r>
              <a:rPr lang="fr-FR" altLang="fr-FR" sz="8000" b="1" dirty="0">
                <a:solidFill>
                  <a:schemeClr val="bg2">
                    <a:lumMod val="25000"/>
                  </a:schemeClr>
                </a:solidFill>
                <a:latin typeface="Bookman Old Style" panose="02050604050505020204" pitchFamily="18" charset="0"/>
              </a:rPr>
              <a:t>2-Le Cadre Légal : Répression et Protection:</a:t>
            </a:r>
            <a:br>
              <a:rPr lang="fr-FR" altLang="fr-FR" sz="8000" b="1" dirty="0">
                <a:solidFill>
                  <a:schemeClr val="bg2">
                    <a:lumMod val="25000"/>
                  </a:schemeClr>
                </a:solidFill>
                <a:latin typeface="Bookman Old Style" panose="02050604050505020204" pitchFamily="18" charset="0"/>
              </a:rPr>
            </a:br>
            <a:r>
              <a:rPr lang="fr-FR" altLang="fr-FR" sz="8000" b="1" dirty="0">
                <a:solidFill>
                  <a:schemeClr val="bg2">
                    <a:lumMod val="25000"/>
                  </a:schemeClr>
                </a:solidFill>
                <a:latin typeface="Bookman Old Style" panose="02050604050505020204" pitchFamily="18" charset="0"/>
              </a:rPr>
              <a:t>- </a:t>
            </a:r>
            <a:r>
              <a:rPr lang="fr-FR" altLang="fr-FR" sz="8000" b="1" dirty="0">
                <a:solidFill>
                  <a:schemeClr val="tx1"/>
                </a:solidFill>
                <a:latin typeface="Bookman Old Style" panose="02050604050505020204" pitchFamily="18" charset="0"/>
              </a:rPr>
              <a:t>Sanctions contre l'usurpation</a:t>
            </a:r>
            <a:br>
              <a:rPr lang="fr-FR" altLang="fr-FR" sz="8000" b="1" dirty="0">
                <a:solidFill>
                  <a:schemeClr val="tx1"/>
                </a:solidFill>
                <a:latin typeface="Bookman Old Style" panose="02050604050505020204" pitchFamily="18" charset="0"/>
              </a:rPr>
            </a:br>
            <a:r>
              <a:rPr lang="fr-FR" altLang="fr-FR" sz="8000" b="1" dirty="0">
                <a:solidFill>
                  <a:schemeClr val="tx1"/>
                </a:solidFill>
                <a:latin typeface="Bookman Old Style" panose="02050604050505020204" pitchFamily="18" charset="0"/>
              </a:rPr>
              <a:t>- Protection des données sensibles</a:t>
            </a:r>
            <a:br>
              <a:rPr lang="fr-FR" altLang="fr-FR" sz="2200" b="1" dirty="0">
                <a:solidFill>
                  <a:schemeClr val="tx1"/>
                </a:solidFill>
                <a:latin typeface="Bookman Old Style" panose="02050604050505020204" pitchFamily="18" charset="0"/>
              </a:rPr>
            </a:br>
            <a:endParaRPr lang="fr-FR" sz="2200" b="1" dirty="0">
              <a:solidFill>
                <a:schemeClr val="tx1"/>
              </a:solidFill>
              <a:latin typeface="Bookman Old Style" panose="02050604050505020204" pitchFamily="18" charset="0"/>
            </a:endParaRPr>
          </a:p>
        </p:txBody>
      </p:sp>
      <p:pic>
        <p:nvPicPr>
          <p:cNvPr id="3" name="Image 2">
            <a:extLst>
              <a:ext uri="{FF2B5EF4-FFF2-40B4-BE49-F238E27FC236}">
                <a16:creationId xmlns:a16="http://schemas.microsoft.com/office/drawing/2014/main" id="{AF3159C2-C90C-3A74-8950-FEE084D158B1}"/>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880381" y="2303929"/>
            <a:ext cx="10779807" cy="3048993"/>
          </a:xfrm>
          <a:prstGeom prst="rect">
            <a:avLst/>
          </a:prstGeom>
        </p:spPr>
      </p:pic>
    </p:spTree>
    <p:extLst>
      <p:ext uri="{BB962C8B-B14F-4D97-AF65-F5344CB8AC3E}">
        <p14:creationId xmlns:p14="http://schemas.microsoft.com/office/powerpoint/2010/main" val="1043651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15" presetClass="entr" presetSubtype="0" fill="hold" grpId="0" nodeType="clickEffect">
                                  <p:stCondLst>
                                    <p:cond delay="0"/>
                                  </p:stCondLst>
                                  <p:childTnLst>
                                    <p:set>
                                      <p:cBhvr>
                                        <p:cTn id="13" dur="1" fill="hold">
                                          <p:stCondLst>
                                            <p:cond delay="0"/>
                                          </p:stCondLst>
                                        </p:cTn>
                                        <p:tgtEl>
                                          <p:spTgt spid="6">
                                            <p:txEl>
                                              <p:pRg st="0" end="0"/>
                                            </p:txEl>
                                          </p:spTgt>
                                        </p:tgtEl>
                                        <p:attrNameLst>
                                          <p:attrName>style.visibility</p:attrName>
                                        </p:attrNameLst>
                                      </p:cBhvr>
                                      <p:to>
                                        <p:strVal val="visible"/>
                                      </p:to>
                                    </p:set>
                                    <p:anim calcmode="lin" valueType="num">
                                      <p:cBhvr>
                                        <p:cTn id="14" dur="1000" fill="hold"/>
                                        <p:tgtEl>
                                          <p:spTgt spid="6">
                                            <p:txEl>
                                              <p:pRg st="0" end="0"/>
                                            </p:txEl>
                                          </p:spTgt>
                                        </p:tgtEl>
                                        <p:attrNameLst>
                                          <p:attrName>ppt_w</p:attrName>
                                        </p:attrNameLst>
                                      </p:cBhvr>
                                      <p:tavLst>
                                        <p:tav tm="0">
                                          <p:val>
                                            <p:fltVal val="0"/>
                                          </p:val>
                                        </p:tav>
                                        <p:tav tm="100000">
                                          <p:val>
                                            <p:strVal val="#ppt_w"/>
                                          </p:val>
                                        </p:tav>
                                      </p:tavLst>
                                    </p:anim>
                                    <p:anim calcmode="lin" valueType="num">
                                      <p:cBhvr>
                                        <p:cTn id="15" dur="1000" fill="hold"/>
                                        <p:tgtEl>
                                          <p:spTgt spid="6">
                                            <p:txEl>
                                              <p:pRg st="0" end="0"/>
                                            </p:txEl>
                                          </p:spTgt>
                                        </p:tgtEl>
                                        <p:attrNameLst>
                                          <p:attrName>ppt_h</p:attrName>
                                        </p:attrNameLst>
                                      </p:cBhvr>
                                      <p:tavLst>
                                        <p:tav tm="0">
                                          <p:val>
                                            <p:fltVal val="0"/>
                                          </p:val>
                                        </p:tav>
                                        <p:tav tm="100000">
                                          <p:val>
                                            <p:strVal val="#ppt_h"/>
                                          </p:val>
                                        </p:tav>
                                      </p:tavLst>
                                    </p:anim>
                                    <p:anim calcmode="lin" valueType="num">
                                      <p:cBhvr>
                                        <p:cTn id="16" dur="1000" fill="hold"/>
                                        <p:tgtEl>
                                          <p:spTgt spid="6">
                                            <p:txEl>
                                              <p:pRg st="0" end="0"/>
                                            </p:txEl>
                                          </p:spTgt>
                                        </p:tgtEl>
                                        <p:attrNameLst>
                                          <p:attrName>ppt_x</p:attrName>
                                        </p:attrNameLst>
                                      </p:cBhvr>
                                      <p:tavLst>
                                        <p:tav tm="0" fmla="#ppt_x+(cos(-2*pi*(1-$))*-#ppt_x-sin(-2*pi*(1-$))*(1-#ppt_y))*(1-$)">
                                          <p:val>
                                            <p:fltVal val="0"/>
                                          </p:val>
                                        </p:tav>
                                        <p:tav tm="100000">
                                          <p:val>
                                            <p:fltVal val="1"/>
                                          </p:val>
                                        </p:tav>
                                      </p:tavLst>
                                    </p:anim>
                                    <p:anim calcmode="lin" valueType="num">
                                      <p:cBhvr>
                                        <p:cTn id="17" dur="1000" fill="hold"/>
                                        <p:tgtEl>
                                          <p:spTgt spid="6">
                                            <p:txEl>
                                              <p:pRg st="0" end="0"/>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8" fill="hold">
                      <p:stCondLst>
                        <p:cond delay="indefinite"/>
                      </p:stCondLst>
                      <p:childTnLst>
                        <p:par>
                          <p:cTn id="19" fill="hold">
                            <p:stCondLst>
                              <p:cond delay="0"/>
                            </p:stCondLst>
                            <p:childTnLst>
                              <p:par>
                                <p:cTn id="20" presetID="15" presetClass="entr" presetSubtype="0" fill="hold" grpId="0" nodeType="clickEffect">
                                  <p:stCondLst>
                                    <p:cond delay="0"/>
                                  </p:stCondLst>
                                  <p:childTnLst>
                                    <p:set>
                                      <p:cBhvr>
                                        <p:cTn id="21" dur="1" fill="hold">
                                          <p:stCondLst>
                                            <p:cond delay="0"/>
                                          </p:stCondLst>
                                        </p:cTn>
                                        <p:tgtEl>
                                          <p:spTgt spid="7">
                                            <p:txEl>
                                              <p:pRg st="0" end="0"/>
                                            </p:txEl>
                                          </p:spTgt>
                                        </p:tgtEl>
                                        <p:attrNameLst>
                                          <p:attrName>style.visibility</p:attrName>
                                        </p:attrNameLst>
                                      </p:cBhvr>
                                      <p:to>
                                        <p:strVal val="visible"/>
                                      </p:to>
                                    </p:set>
                                    <p:anim calcmode="lin" valueType="num">
                                      <p:cBhvr>
                                        <p:cTn id="22" dur="1000" fill="hold"/>
                                        <p:tgtEl>
                                          <p:spTgt spid="7">
                                            <p:txEl>
                                              <p:pRg st="0" end="0"/>
                                            </p:txEl>
                                          </p:spTgt>
                                        </p:tgtEl>
                                        <p:attrNameLst>
                                          <p:attrName>ppt_w</p:attrName>
                                        </p:attrNameLst>
                                      </p:cBhvr>
                                      <p:tavLst>
                                        <p:tav tm="0">
                                          <p:val>
                                            <p:fltVal val="0"/>
                                          </p:val>
                                        </p:tav>
                                        <p:tav tm="100000">
                                          <p:val>
                                            <p:strVal val="#ppt_w"/>
                                          </p:val>
                                        </p:tav>
                                      </p:tavLst>
                                    </p:anim>
                                    <p:anim calcmode="lin" valueType="num">
                                      <p:cBhvr>
                                        <p:cTn id="23" dur="1000" fill="hold"/>
                                        <p:tgtEl>
                                          <p:spTgt spid="7">
                                            <p:txEl>
                                              <p:pRg st="0" end="0"/>
                                            </p:txEl>
                                          </p:spTgt>
                                        </p:tgtEl>
                                        <p:attrNameLst>
                                          <p:attrName>ppt_h</p:attrName>
                                        </p:attrNameLst>
                                      </p:cBhvr>
                                      <p:tavLst>
                                        <p:tav tm="0">
                                          <p:val>
                                            <p:fltVal val="0"/>
                                          </p:val>
                                        </p:tav>
                                        <p:tav tm="100000">
                                          <p:val>
                                            <p:strVal val="#ppt_h"/>
                                          </p:val>
                                        </p:tav>
                                      </p:tavLst>
                                    </p:anim>
                                    <p:anim calcmode="lin" valueType="num">
                                      <p:cBhvr>
                                        <p:cTn id="24" dur="1000" fill="hold"/>
                                        <p:tgtEl>
                                          <p:spTgt spid="7">
                                            <p:txEl>
                                              <p:pRg st="0" end="0"/>
                                            </p:txEl>
                                          </p:spTgt>
                                        </p:tgtEl>
                                        <p:attrNameLst>
                                          <p:attrName>ppt_x</p:attrName>
                                        </p:attrNameLst>
                                      </p:cBhvr>
                                      <p:tavLst>
                                        <p:tav tm="0" fmla="#ppt_x+(cos(-2*pi*(1-$))*-#ppt_x-sin(-2*pi*(1-$))*(1-#ppt_y))*(1-$)">
                                          <p:val>
                                            <p:fltVal val="0"/>
                                          </p:val>
                                        </p:tav>
                                        <p:tav tm="100000">
                                          <p:val>
                                            <p:fltVal val="1"/>
                                          </p:val>
                                        </p:tav>
                                      </p:tavLst>
                                    </p:anim>
                                    <p:anim calcmode="lin" valueType="num">
                                      <p:cBhvr>
                                        <p:cTn id="25" dur="1000" fill="hold"/>
                                        <p:tgtEl>
                                          <p:spTgt spid="7">
                                            <p:txEl>
                                              <p:pRg st="0" end="0"/>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6" fill="hold">
                      <p:stCondLst>
                        <p:cond delay="indefinite"/>
                      </p:stCondLst>
                      <p:childTnLst>
                        <p:par>
                          <p:cTn id="27" fill="hold">
                            <p:stCondLst>
                              <p:cond delay="0"/>
                            </p:stCondLst>
                            <p:childTnLst>
                              <p:par>
                                <p:cTn id="28" presetID="15" presetClass="entr" presetSubtype="0" fill="hold" grpId="0" nodeType="clickEffect">
                                  <p:stCondLst>
                                    <p:cond delay="0"/>
                                  </p:stCondLst>
                                  <p:childTnLst>
                                    <p:set>
                                      <p:cBhvr>
                                        <p:cTn id="29" dur="1" fill="hold">
                                          <p:stCondLst>
                                            <p:cond delay="0"/>
                                          </p:stCondLst>
                                        </p:cTn>
                                        <p:tgtEl>
                                          <p:spTgt spid="8"/>
                                        </p:tgtEl>
                                        <p:attrNameLst>
                                          <p:attrName>style.visibility</p:attrName>
                                        </p:attrNameLst>
                                      </p:cBhvr>
                                      <p:to>
                                        <p:strVal val="visible"/>
                                      </p:to>
                                    </p:set>
                                    <p:anim calcmode="lin" valueType="num">
                                      <p:cBhvr>
                                        <p:cTn id="30" dur="1000" fill="hold"/>
                                        <p:tgtEl>
                                          <p:spTgt spid="8"/>
                                        </p:tgtEl>
                                        <p:attrNameLst>
                                          <p:attrName>ppt_w</p:attrName>
                                        </p:attrNameLst>
                                      </p:cBhvr>
                                      <p:tavLst>
                                        <p:tav tm="0">
                                          <p:val>
                                            <p:fltVal val="0"/>
                                          </p:val>
                                        </p:tav>
                                        <p:tav tm="100000">
                                          <p:val>
                                            <p:strVal val="#ppt_w"/>
                                          </p:val>
                                        </p:tav>
                                      </p:tavLst>
                                    </p:anim>
                                    <p:anim calcmode="lin" valueType="num">
                                      <p:cBhvr>
                                        <p:cTn id="31" dur="1000" fill="hold"/>
                                        <p:tgtEl>
                                          <p:spTgt spid="8"/>
                                        </p:tgtEl>
                                        <p:attrNameLst>
                                          <p:attrName>ppt_h</p:attrName>
                                        </p:attrNameLst>
                                      </p:cBhvr>
                                      <p:tavLst>
                                        <p:tav tm="0">
                                          <p:val>
                                            <p:fltVal val="0"/>
                                          </p:val>
                                        </p:tav>
                                        <p:tav tm="100000">
                                          <p:val>
                                            <p:strVal val="#ppt_h"/>
                                          </p:val>
                                        </p:tav>
                                      </p:tavLst>
                                    </p:anim>
                                    <p:anim calcmode="lin" valueType="num">
                                      <p:cBhvr>
                                        <p:cTn id="32" dur="1000" fill="hold"/>
                                        <p:tgtEl>
                                          <p:spTgt spid="8"/>
                                        </p:tgtEl>
                                        <p:attrNameLst>
                                          <p:attrName>ppt_x</p:attrName>
                                        </p:attrNameLst>
                                      </p:cBhvr>
                                      <p:tavLst>
                                        <p:tav tm="0" fmla="#ppt_x+(cos(-2*pi*(1-$))*-#ppt_x-sin(-2*pi*(1-$))*(1-#ppt_y))*(1-$)">
                                          <p:val>
                                            <p:fltVal val="0"/>
                                          </p:val>
                                        </p:tav>
                                        <p:tav tm="100000">
                                          <p:val>
                                            <p:fltVal val="1"/>
                                          </p:val>
                                        </p:tav>
                                      </p:tavLst>
                                    </p:anim>
                                    <p:anim calcmode="lin" valueType="num">
                                      <p:cBhvr>
                                        <p:cTn id="33" dur="1000" fill="hold"/>
                                        <p:tgtEl>
                                          <p:spTgt spid="8"/>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4" fill="hold">
                      <p:stCondLst>
                        <p:cond delay="indefinite"/>
                      </p:stCondLst>
                      <p:childTnLst>
                        <p:par>
                          <p:cTn id="35" fill="hold">
                            <p:stCondLst>
                              <p:cond delay="0"/>
                            </p:stCondLst>
                            <p:childTnLst>
                              <p:par>
                                <p:cTn id="36" presetID="26" presetClass="entr" presetSubtype="0" fill="hold" grpId="0" nodeType="click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wipe(down)">
                                      <p:cBhvr>
                                        <p:cTn id="38" dur="580">
                                          <p:stCondLst>
                                            <p:cond delay="0"/>
                                          </p:stCondLst>
                                        </p:cTn>
                                        <p:tgtEl>
                                          <p:spTgt spid="11"/>
                                        </p:tgtEl>
                                      </p:cBhvr>
                                    </p:animEffect>
                                    <p:anim calcmode="lin" valueType="num">
                                      <p:cBhvr>
                                        <p:cTn id="39" dur="1822" tmFilter="0,0; 0.14,0.36; 0.43,0.73; 0.71,0.91; 1.0,1.0">
                                          <p:stCondLst>
                                            <p:cond delay="0"/>
                                          </p:stCondLst>
                                        </p:cTn>
                                        <p:tgtEl>
                                          <p:spTgt spid="11"/>
                                        </p:tgtEl>
                                        <p:attrNameLst>
                                          <p:attrName>ppt_x</p:attrName>
                                        </p:attrNameLst>
                                      </p:cBhvr>
                                      <p:tavLst>
                                        <p:tav tm="0">
                                          <p:val>
                                            <p:strVal val="#ppt_x-0.25"/>
                                          </p:val>
                                        </p:tav>
                                        <p:tav tm="100000">
                                          <p:val>
                                            <p:strVal val="#ppt_x"/>
                                          </p:val>
                                        </p:tav>
                                      </p:tavLst>
                                    </p:anim>
                                    <p:anim calcmode="lin" valueType="num">
                                      <p:cBhvr>
                                        <p:cTn id="40" dur="664" tmFilter="0.0,0.0; 0.25,0.07; 0.50,0.2; 0.75,0.467; 1.0,1.0">
                                          <p:stCondLst>
                                            <p:cond delay="0"/>
                                          </p:stCondLst>
                                        </p:cTn>
                                        <p:tgtEl>
                                          <p:spTgt spid="11"/>
                                        </p:tgtEl>
                                        <p:attrNameLst>
                                          <p:attrName>ppt_y</p:attrName>
                                        </p:attrNameLst>
                                      </p:cBhvr>
                                      <p:tavLst>
                                        <p:tav tm="0" fmla="#ppt_y-sin(pi*$)/3">
                                          <p:val>
                                            <p:fltVal val="0.5"/>
                                          </p:val>
                                        </p:tav>
                                        <p:tav tm="100000">
                                          <p:val>
                                            <p:fltVal val="1"/>
                                          </p:val>
                                        </p:tav>
                                      </p:tavLst>
                                    </p:anim>
                                    <p:anim calcmode="lin" valueType="num">
                                      <p:cBhvr>
                                        <p:cTn id="41" dur="664" tmFilter="0, 0; 0.125,0.2665; 0.25,0.4; 0.375,0.465; 0.5,0.5;  0.625,0.535; 0.75,0.6; 0.875,0.7335; 1,1">
                                          <p:stCondLst>
                                            <p:cond delay="664"/>
                                          </p:stCondLst>
                                        </p:cTn>
                                        <p:tgtEl>
                                          <p:spTgt spid="11"/>
                                        </p:tgtEl>
                                        <p:attrNameLst>
                                          <p:attrName>ppt_y</p:attrName>
                                        </p:attrNameLst>
                                      </p:cBhvr>
                                      <p:tavLst>
                                        <p:tav tm="0" fmla="#ppt_y-sin(pi*$)/9">
                                          <p:val>
                                            <p:fltVal val="0"/>
                                          </p:val>
                                        </p:tav>
                                        <p:tav tm="100000">
                                          <p:val>
                                            <p:fltVal val="1"/>
                                          </p:val>
                                        </p:tav>
                                      </p:tavLst>
                                    </p:anim>
                                    <p:anim calcmode="lin" valueType="num">
                                      <p:cBhvr>
                                        <p:cTn id="42" dur="332" tmFilter="0, 0; 0.125,0.2665; 0.25,0.4; 0.375,0.465; 0.5,0.5;  0.625,0.535; 0.75,0.6; 0.875,0.7335; 1,1">
                                          <p:stCondLst>
                                            <p:cond delay="1324"/>
                                          </p:stCondLst>
                                        </p:cTn>
                                        <p:tgtEl>
                                          <p:spTgt spid="11"/>
                                        </p:tgtEl>
                                        <p:attrNameLst>
                                          <p:attrName>ppt_y</p:attrName>
                                        </p:attrNameLst>
                                      </p:cBhvr>
                                      <p:tavLst>
                                        <p:tav tm="0" fmla="#ppt_y-sin(pi*$)/27">
                                          <p:val>
                                            <p:fltVal val="0"/>
                                          </p:val>
                                        </p:tav>
                                        <p:tav tm="100000">
                                          <p:val>
                                            <p:fltVal val="1"/>
                                          </p:val>
                                        </p:tav>
                                      </p:tavLst>
                                    </p:anim>
                                    <p:anim calcmode="lin" valueType="num">
                                      <p:cBhvr>
                                        <p:cTn id="43" dur="164" tmFilter="0, 0; 0.125,0.2665; 0.25,0.4; 0.375,0.465; 0.5,0.5;  0.625,0.535; 0.75,0.6; 0.875,0.7335; 1,1">
                                          <p:stCondLst>
                                            <p:cond delay="1656"/>
                                          </p:stCondLst>
                                        </p:cTn>
                                        <p:tgtEl>
                                          <p:spTgt spid="11"/>
                                        </p:tgtEl>
                                        <p:attrNameLst>
                                          <p:attrName>ppt_y</p:attrName>
                                        </p:attrNameLst>
                                      </p:cBhvr>
                                      <p:tavLst>
                                        <p:tav tm="0" fmla="#ppt_y-sin(pi*$)/81">
                                          <p:val>
                                            <p:fltVal val="0"/>
                                          </p:val>
                                        </p:tav>
                                        <p:tav tm="100000">
                                          <p:val>
                                            <p:fltVal val="1"/>
                                          </p:val>
                                        </p:tav>
                                      </p:tavLst>
                                    </p:anim>
                                    <p:animScale>
                                      <p:cBhvr>
                                        <p:cTn id="44" dur="26">
                                          <p:stCondLst>
                                            <p:cond delay="650"/>
                                          </p:stCondLst>
                                        </p:cTn>
                                        <p:tgtEl>
                                          <p:spTgt spid="11"/>
                                        </p:tgtEl>
                                      </p:cBhvr>
                                      <p:to x="100000" y="60000"/>
                                    </p:animScale>
                                    <p:animScale>
                                      <p:cBhvr>
                                        <p:cTn id="45" dur="166" decel="50000">
                                          <p:stCondLst>
                                            <p:cond delay="676"/>
                                          </p:stCondLst>
                                        </p:cTn>
                                        <p:tgtEl>
                                          <p:spTgt spid="11"/>
                                        </p:tgtEl>
                                      </p:cBhvr>
                                      <p:to x="100000" y="100000"/>
                                    </p:animScale>
                                    <p:animScale>
                                      <p:cBhvr>
                                        <p:cTn id="46" dur="26">
                                          <p:stCondLst>
                                            <p:cond delay="1312"/>
                                          </p:stCondLst>
                                        </p:cTn>
                                        <p:tgtEl>
                                          <p:spTgt spid="11"/>
                                        </p:tgtEl>
                                      </p:cBhvr>
                                      <p:to x="100000" y="80000"/>
                                    </p:animScale>
                                    <p:animScale>
                                      <p:cBhvr>
                                        <p:cTn id="47" dur="166" decel="50000">
                                          <p:stCondLst>
                                            <p:cond delay="1338"/>
                                          </p:stCondLst>
                                        </p:cTn>
                                        <p:tgtEl>
                                          <p:spTgt spid="11"/>
                                        </p:tgtEl>
                                      </p:cBhvr>
                                      <p:to x="100000" y="100000"/>
                                    </p:animScale>
                                    <p:animScale>
                                      <p:cBhvr>
                                        <p:cTn id="48" dur="26">
                                          <p:stCondLst>
                                            <p:cond delay="1642"/>
                                          </p:stCondLst>
                                        </p:cTn>
                                        <p:tgtEl>
                                          <p:spTgt spid="11"/>
                                        </p:tgtEl>
                                      </p:cBhvr>
                                      <p:to x="100000" y="90000"/>
                                    </p:animScale>
                                    <p:animScale>
                                      <p:cBhvr>
                                        <p:cTn id="49" dur="166" decel="50000">
                                          <p:stCondLst>
                                            <p:cond delay="1668"/>
                                          </p:stCondLst>
                                        </p:cTn>
                                        <p:tgtEl>
                                          <p:spTgt spid="11"/>
                                        </p:tgtEl>
                                      </p:cBhvr>
                                      <p:to x="100000" y="100000"/>
                                    </p:animScale>
                                    <p:animScale>
                                      <p:cBhvr>
                                        <p:cTn id="50" dur="26">
                                          <p:stCondLst>
                                            <p:cond delay="1808"/>
                                          </p:stCondLst>
                                        </p:cTn>
                                        <p:tgtEl>
                                          <p:spTgt spid="11"/>
                                        </p:tgtEl>
                                      </p:cBhvr>
                                      <p:to x="100000" y="95000"/>
                                    </p:animScale>
                                    <p:animScale>
                                      <p:cBhvr>
                                        <p:cTn id="51" dur="166" decel="50000">
                                          <p:stCondLst>
                                            <p:cond delay="1834"/>
                                          </p:stCondLst>
                                        </p:cTn>
                                        <p:tgtEl>
                                          <p:spTgt spid="11"/>
                                        </p:tgtEl>
                                      </p:cBhvr>
                                      <p:to x="100000" y="100000"/>
                                    </p:animScale>
                                  </p:childTnLst>
                                </p:cTn>
                              </p:par>
                            </p:childTnLst>
                          </p:cTn>
                        </p:par>
                      </p:childTnLst>
                    </p:cTn>
                  </p:par>
                  <p:par>
                    <p:cTn id="52" fill="hold">
                      <p:stCondLst>
                        <p:cond delay="indefinite"/>
                      </p:stCondLst>
                      <p:childTnLst>
                        <p:par>
                          <p:cTn id="53" fill="hold">
                            <p:stCondLst>
                              <p:cond delay="0"/>
                            </p:stCondLst>
                            <p:childTnLst>
                              <p:par>
                                <p:cTn id="54" presetID="1" presetClass="exit" presetSubtype="0" fill="hold" grpId="1" nodeType="clickEffect">
                                  <p:stCondLst>
                                    <p:cond delay="0"/>
                                  </p:stCondLst>
                                  <p:childTnLst>
                                    <p:set>
                                      <p:cBhvr>
                                        <p:cTn id="55" dur="1" fill="hold">
                                          <p:stCondLst>
                                            <p:cond delay="0"/>
                                          </p:stCondLst>
                                        </p:cTn>
                                        <p:tgtEl>
                                          <p:spTgt spid="5"/>
                                        </p:tgtEl>
                                        <p:attrNameLst>
                                          <p:attrName>style.visibility</p:attrName>
                                        </p:attrNameLst>
                                      </p:cBhvr>
                                      <p:to>
                                        <p:strVal val="hidden"/>
                                      </p:to>
                                    </p:set>
                                  </p:childTnLst>
                                </p:cTn>
                              </p:par>
                              <p:par>
                                <p:cTn id="56" presetID="1" presetClass="exit" presetSubtype="0" fill="hold" grpId="1" nodeType="withEffect">
                                  <p:stCondLst>
                                    <p:cond delay="0"/>
                                  </p:stCondLst>
                                  <p:childTnLst>
                                    <p:set>
                                      <p:cBhvr>
                                        <p:cTn id="57" dur="1" fill="hold">
                                          <p:stCondLst>
                                            <p:cond delay="0"/>
                                          </p:stCondLst>
                                        </p:cTn>
                                        <p:tgtEl>
                                          <p:spTgt spid="6">
                                            <p:txEl>
                                              <p:pRg st="0" end="0"/>
                                            </p:txEl>
                                          </p:spTgt>
                                        </p:tgtEl>
                                        <p:attrNameLst>
                                          <p:attrName>style.visibility</p:attrName>
                                        </p:attrNameLst>
                                      </p:cBhvr>
                                      <p:to>
                                        <p:strVal val="hidden"/>
                                      </p:to>
                                    </p:set>
                                  </p:childTnLst>
                                </p:cTn>
                              </p:par>
                              <p:par>
                                <p:cTn id="58" presetID="1" presetClass="exit" presetSubtype="0" fill="hold" grpId="1" nodeType="withEffect">
                                  <p:stCondLst>
                                    <p:cond delay="0"/>
                                  </p:stCondLst>
                                  <p:childTnLst>
                                    <p:set>
                                      <p:cBhvr>
                                        <p:cTn id="59" dur="1" fill="hold">
                                          <p:stCondLst>
                                            <p:cond delay="0"/>
                                          </p:stCondLst>
                                        </p:cTn>
                                        <p:tgtEl>
                                          <p:spTgt spid="7">
                                            <p:txEl>
                                              <p:pRg st="0" end="0"/>
                                            </p:txEl>
                                          </p:spTgt>
                                        </p:tgtEl>
                                        <p:attrNameLst>
                                          <p:attrName>style.visibility</p:attrName>
                                        </p:attrNameLst>
                                      </p:cBhvr>
                                      <p:to>
                                        <p:strVal val="hidden"/>
                                      </p:to>
                                    </p:set>
                                  </p:childTnLst>
                                </p:cTn>
                              </p:par>
                              <p:par>
                                <p:cTn id="60" presetID="1" presetClass="exit" presetSubtype="0" fill="hold" grpId="1" nodeType="withEffect">
                                  <p:stCondLst>
                                    <p:cond delay="0"/>
                                  </p:stCondLst>
                                  <p:childTnLst>
                                    <p:set>
                                      <p:cBhvr>
                                        <p:cTn id="61" dur="1" fill="hold">
                                          <p:stCondLst>
                                            <p:cond delay="0"/>
                                          </p:stCondLst>
                                        </p:cTn>
                                        <p:tgtEl>
                                          <p:spTgt spid="8"/>
                                        </p:tgtEl>
                                        <p:attrNameLst>
                                          <p:attrName>style.visibility</p:attrName>
                                        </p:attrNameLst>
                                      </p:cBhvr>
                                      <p:to>
                                        <p:strVal val="hidden"/>
                                      </p:to>
                                    </p:set>
                                  </p:childTnLst>
                                </p:cTn>
                              </p:par>
                              <p:par>
                                <p:cTn id="62" presetID="1" presetClass="exit" presetSubtype="0" fill="hold" grpId="1" nodeType="withEffect">
                                  <p:stCondLst>
                                    <p:cond delay="0"/>
                                  </p:stCondLst>
                                  <p:childTnLst>
                                    <p:set>
                                      <p:cBhvr>
                                        <p:cTn id="63" dur="1" fill="hold">
                                          <p:stCondLst>
                                            <p:cond delay="0"/>
                                          </p:stCondLst>
                                        </p:cTn>
                                        <p:tgtEl>
                                          <p:spTgt spid="11"/>
                                        </p:tgtEl>
                                        <p:attrNameLst>
                                          <p:attrName>style.visibility</p:attrName>
                                        </p:attrNameLst>
                                      </p:cBhvr>
                                      <p:to>
                                        <p:strVal val="hidden"/>
                                      </p:to>
                                    </p:set>
                                  </p:childTnLst>
                                </p:cTn>
                              </p:par>
                            </p:childTnLst>
                          </p:cTn>
                        </p:par>
                      </p:childTnLst>
                    </p:cTn>
                  </p:par>
                  <p:par>
                    <p:cTn id="64" fill="hold">
                      <p:stCondLst>
                        <p:cond delay="indefinite"/>
                      </p:stCondLst>
                      <p:childTnLst>
                        <p:par>
                          <p:cTn id="65" fill="hold">
                            <p:stCondLst>
                              <p:cond delay="0"/>
                            </p:stCondLst>
                            <p:childTnLst>
                              <p:par>
                                <p:cTn id="66" presetID="26" presetClass="entr" presetSubtype="0" fill="hold" grpId="0" nodeType="clickEffect">
                                  <p:stCondLst>
                                    <p:cond delay="0"/>
                                  </p:stCondLst>
                                  <p:childTnLst>
                                    <p:set>
                                      <p:cBhvr>
                                        <p:cTn id="67" dur="1" fill="hold">
                                          <p:stCondLst>
                                            <p:cond delay="0"/>
                                          </p:stCondLst>
                                        </p:cTn>
                                        <p:tgtEl>
                                          <p:spTgt spid="2"/>
                                        </p:tgtEl>
                                        <p:attrNameLst>
                                          <p:attrName>style.visibility</p:attrName>
                                        </p:attrNameLst>
                                      </p:cBhvr>
                                      <p:to>
                                        <p:strVal val="visible"/>
                                      </p:to>
                                    </p:set>
                                    <p:animEffect transition="in" filter="wipe(down)">
                                      <p:cBhvr>
                                        <p:cTn id="68" dur="580">
                                          <p:stCondLst>
                                            <p:cond delay="0"/>
                                          </p:stCondLst>
                                        </p:cTn>
                                        <p:tgtEl>
                                          <p:spTgt spid="2"/>
                                        </p:tgtEl>
                                      </p:cBhvr>
                                    </p:animEffect>
                                    <p:anim calcmode="lin" valueType="num">
                                      <p:cBhvr>
                                        <p:cTn id="69"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70"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71"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72"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73"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74" dur="26">
                                          <p:stCondLst>
                                            <p:cond delay="650"/>
                                          </p:stCondLst>
                                        </p:cTn>
                                        <p:tgtEl>
                                          <p:spTgt spid="2"/>
                                        </p:tgtEl>
                                      </p:cBhvr>
                                      <p:to x="100000" y="60000"/>
                                    </p:animScale>
                                    <p:animScale>
                                      <p:cBhvr>
                                        <p:cTn id="75" dur="166" decel="50000">
                                          <p:stCondLst>
                                            <p:cond delay="676"/>
                                          </p:stCondLst>
                                        </p:cTn>
                                        <p:tgtEl>
                                          <p:spTgt spid="2"/>
                                        </p:tgtEl>
                                      </p:cBhvr>
                                      <p:to x="100000" y="100000"/>
                                    </p:animScale>
                                    <p:animScale>
                                      <p:cBhvr>
                                        <p:cTn id="76" dur="26">
                                          <p:stCondLst>
                                            <p:cond delay="1312"/>
                                          </p:stCondLst>
                                        </p:cTn>
                                        <p:tgtEl>
                                          <p:spTgt spid="2"/>
                                        </p:tgtEl>
                                      </p:cBhvr>
                                      <p:to x="100000" y="80000"/>
                                    </p:animScale>
                                    <p:animScale>
                                      <p:cBhvr>
                                        <p:cTn id="77" dur="166" decel="50000">
                                          <p:stCondLst>
                                            <p:cond delay="1338"/>
                                          </p:stCondLst>
                                        </p:cTn>
                                        <p:tgtEl>
                                          <p:spTgt spid="2"/>
                                        </p:tgtEl>
                                      </p:cBhvr>
                                      <p:to x="100000" y="100000"/>
                                    </p:animScale>
                                    <p:animScale>
                                      <p:cBhvr>
                                        <p:cTn id="78" dur="26">
                                          <p:stCondLst>
                                            <p:cond delay="1642"/>
                                          </p:stCondLst>
                                        </p:cTn>
                                        <p:tgtEl>
                                          <p:spTgt spid="2"/>
                                        </p:tgtEl>
                                      </p:cBhvr>
                                      <p:to x="100000" y="90000"/>
                                    </p:animScale>
                                    <p:animScale>
                                      <p:cBhvr>
                                        <p:cTn id="79" dur="166" decel="50000">
                                          <p:stCondLst>
                                            <p:cond delay="1668"/>
                                          </p:stCondLst>
                                        </p:cTn>
                                        <p:tgtEl>
                                          <p:spTgt spid="2"/>
                                        </p:tgtEl>
                                      </p:cBhvr>
                                      <p:to x="100000" y="100000"/>
                                    </p:animScale>
                                    <p:animScale>
                                      <p:cBhvr>
                                        <p:cTn id="80" dur="26">
                                          <p:stCondLst>
                                            <p:cond delay="1808"/>
                                          </p:stCondLst>
                                        </p:cTn>
                                        <p:tgtEl>
                                          <p:spTgt spid="2"/>
                                        </p:tgtEl>
                                      </p:cBhvr>
                                      <p:to x="100000" y="95000"/>
                                    </p:animScale>
                                    <p:animScale>
                                      <p:cBhvr>
                                        <p:cTn id="81" dur="166" decel="50000">
                                          <p:stCondLst>
                                            <p:cond delay="1834"/>
                                          </p:stCondLst>
                                        </p:cTn>
                                        <p:tgtEl>
                                          <p:spTgt spid="2"/>
                                        </p:tgtEl>
                                      </p:cBhvr>
                                      <p:to x="100000" y="100000"/>
                                    </p:animScale>
                                  </p:childTnLst>
                                </p:cTn>
                              </p:par>
                            </p:childTnLst>
                          </p:cTn>
                        </p:par>
                      </p:childTnLst>
                    </p:cTn>
                  </p:par>
                  <p:par>
                    <p:cTn id="82" fill="hold">
                      <p:stCondLst>
                        <p:cond delay="indefinite"/>
                      </p:stCondLst>
                      <p:childTnLst>
                        <p:par>
                          <p:cTn id="83" fill="hold">
                            <p:stCondLst>
                              <p:cond delay="0"/>
                            </p:stCondLst>
                            <p:childTnLst>
                              <p:par>
                                <p:cTn id="84" presetID="15" presetClass="entr" presetSubtype="0" fill="hold" nodeType="clickEffect">
                                  <p:stCondLst>
                                    <p:cond delay="0"/>
                                  </p:stCondLst>
                                  <p:childTnLst>
                                    <p:set>
                                      <p:cBhvr>
                                        <p:cTn id="85" dur="1" fill="hold">
                                          <p:stCondLst>
                                            <p:cond delay="0"/>
                                          </p:stCondLst>
                                        </p:cTn>
                                        <p:tgtEl>
                                          <p:spTgt spid="3"/>
                                        </p:tgtEl>
                                        <p:attrNameLst>
                                          <p:attrName>style.visibility</p:attrName>
                                        </p:attrNameLst>
                                      </p:cBhvr>
                                      <p:to>
                                        <p:strVal val="visible"/>
                                      </p:to>
                                    </p:set>
                                    <p:anim calcmode="lin" valueType="num">
                                      <p:cBhvr>
                                        <p:cTn id="86" dur="1000" fill="hold"/>
                                        <p:tgtEl>
                                          <p:spTgt spid="3"/>
                                        </p:tgtEl>
                                        <p:attrNameLst>
                                          <p:attrName>ppt_w</p:attrName>
                                        </p:attrNameLst>
                                      </p:cBhvr>
                                      <p:tavLst>
                                        <p:tav tm="0">
                                          <p:val>
                                            <p:fltVal val="0"/>
                                          </p:val>
                                        </p:tav>
                                        <p:tav tm="100000">
                                          <p:val>
                                            <p:strVal val="#ppt_w"/>
                                          </p:val>
                                        </p:tav>
                                      </p:tavLst>
                                    </p:anim>
                                    <p:anim calcmode="lin" valueType="num">
                                      <p:cBhvr>
                                        <p:cTn id="87" dur="1000" fill="hold"/>
                                        <p:tgtEl>
                                          <p:spTgt spid="3"/>
                                        </p:tgtEl>
                                        <p:attrNameLst>
                                          <p:attrName>ppt_h</p:attrName>
                                        </p:attrNameLst>
                                      </p:cBhvr>
                                      <p:tavLst>
                                        <p:tav tm="0">
                                          <p:val>
                                            <p:fltVal val="0"/>
                                          </p:val>
                                        </p:tav>
                                        <p:tav tm="100000">
                                          <p:val>
                                            <p:strVal val="#ppt_h"/>
                                          </p:val>
                                        </p:tav>
                                      </p:tavLst>
                                    </p:anim>
                                    <p:anim calcmode="lin" valueType="num">
                                      <p:cBhvr>
                                        <p:cTn id="88" dur="1000" fill="hold"/>
                                        <p:tgtEl>
                                          <p:spTgt spid="3"/>
                                        </p:tgtEl>
                                        <p:attrNameLst>
                                          <p:attrName>ppt_x</p:attrName>
                                        </p:attrNameLst>
                                      </p:cBhvr>
                                      <p:tavLst>
                                        <p:tav tm="0" fmla="#ppt_x+(cos(-2*pi*(1-$))*-#ppt_x-sin(-2*pi*(1-$))*(1-#ppt_y))*(1-$)">
                                          <p:val>
                                            <p:fltVal val="0"/>
                                          </p:val>
                                        </p:tav>
                                        <p:tav tm="100000">
                                          <p:val>
                                            <p:fltVal val="1"/>
                                          </p:val>
                                        </p:tav>
                                      </p:tavLst>
                                    </p:anim>
                                    <p:anim calcmode="lin" valueType="num">
                                      <p:cBhvr>
                                        <p:cTn id="89" dur="1000" fill="hold"/>
                                        <p:tgtEl>
                                          <p:spTgt spid="3"/>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90" fill="hold">
                      <p:stCondLst>
                        <p:cond delay="indefinite"/>
                      </p:stCondLst>
                      <p:childTnLst>
                        <p:par>
                          <p:cTn id="91" fill="hold">
                            <p:stCondLst>
                              <p:cond delay="0"/>
                            </p:stCondLst>
                            <p:childTnLst>
                              <p:par>
                                <p:cTn id="92" presetID="2" presetClass="exit" presetSubtype="4" fill="hold" grpId="1" nodeType="clickEffect">
                                  <p:stCondLst>
                                    <p:cond delay="0"/>
                                  </p:stCondLst>
                                  <p:childTnLst>
                                    <p:anim calcmode="lin" valueType="num">
                                      <p:cBhvr additive="base">
                                        <p:cTn id="93" dur="500"/>
                                        <p:tgtEl>
                                          <p:spTgt spid="2"/>
                                        </p:tgtEl>
                                        <p:attrNameLst>
                                          <p:attrName>ppt_x</p:attrName>
                                        </p:attrNameLst>
                                      </p:cBhvr>
                                      <p:tavLst>
                                        <p:tav tm="0">
                                          <p:val>
                                            <p:strVal val="ppt_x"/>
                                          </p:val>
                                        </p:tav>
                                        <p:tav tm="100000">
                                          <p:val>
                                            <p:strVal val="ppt_x"/>
                                          </p:val>
                                        </p:tav>
                                      </p:tavLst>
                                    </p:anim>
                                    <p:anim calcmode="lin" valueType="num">
                                      <p:cBhvr additive="base">
                                        <p:cTn id="94" dur="500"/>
                                        <p:tgtEl>
                                          <p:spTgt spid="2"/>
                                        </p:tgtEl>
                                        <p:attrNameLst>
                                          <p:attrName>ppt_y</p:attrName>
                                        </p:attrNameLst>
                                      </p:cBhvr>
                                      <p:tavLst>
                                        <p:tav tm="0">
                                          <p:val>
                                            <p:strVal val="ppt_y"/>
                                          </p:val>
                                        </p:tav>
                                        <p:tav tm="100000">
                                          <p:val>
                                            <p:strVal val="1+ppt_h/2"/>
                                          </p:val>
                                        </p:tav>
                                      </p:tavLst>
                                    </p:anim>
                                    <p:set>
                                      <p:cBhvr>
                                        <p:cTn id="95" dur="1" fill="hold">
                                          <p:stCondLst>
                                            <p:cond delay="499"/>
                                          </p:stCondLst>
                                        </p:cTn>
                                        <p:tgtEl>
                                          <p:spTgt spid="2"/>
                                        </p:tgtEl>
                                        <p:attrNameLst>
                                          <p:attrName>style.visibility</p:attrName>
                                        </p:attrNameLst>
                                      </p:cBhvr>
                                      <p:to>
                                        <p:strVal val="hidden"/>
                                      </p:to>
                                    </p:set>
                                  </p:childTnLst>
                                </p:cTn>
                              </p:par>
                              <p:par>
                                <p:cTn id="96" presetID="2" presetClass="exit" presetSubtype="4" fill="hold" nodeType="withEffect">
                                  <p:stCondLst>
                                    <p:cond delay="0"/>
                                  </p:stCondLst>
                                  <p:childTnLst>
                                    <p:anim calcmode="lin" valueType="num">
                                      <p:cBhvr additive="base">
                                        <p:cTn id="97" dur="500"/>
                                        <p:tgtEl>
                                          <p:spTgt spid="3"/>
                                        </p:tgtEl>
                                        <p:attrNameLst>
                                          <p:attrName>ppt_x</p:attrName>
                                        </p:attrNameLst>
                                      </p:cBhvr>
                                      <p:tavLst>
                                        <p:tav tm="0">
                                          <p:val>
                                            <p:strVal val="ppt_x"/>
                                          </p:val>
                                        </p:tav>
                                        <p:tav tm="100000">
                                          <p:val>
                                            <p:strVal val="ppt_x"/>
                                          </p:val>
                                        </p:tav>
                                      </p:tavLst>
                                    </p:anim>
                                    <p:anim calcmode="lin" valueType="num">
                                      <p:cBhvr additive="base">
                                        <p:cTn id="98" dur="500"/>
                                        <p:tgtEl>
                                          <p:spTgt spid="3"/>
                                        </p:tgtEl>
                                        <p:attrNameLst>
                                          <p:attrName>ppt_y</p:attrName>
                                        </p:attrNameLst>
                                      </p:cBhvr>
                                      <p:tavLst>
                                        <p:tav tm="0">
                                          <p:val>
                                            <p:strVal val="ppt_y"/>
                                          </p:val>
                                        </p:tav>
                                        <p:tav tm="100000">
                                          <p:val>
                                            <p:strVal val="1+ppt_h/2"/>
                                          </p:val>
                                        </p:tav>
                                      </p:tavLst>
                                    </p:anim>
                                    <p:set>
                                      <p:cBhvr>
                                        <p:cTn id="99" dur="1" fill="hold">
                                          <p:stCondLst>
                                            <p:cond delay="499"/>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6" grpId="0" build="p"/>
      <p:bldP spid="6" grpId="1" build="p"/>
      <p:bldP spid="7" grpId="0" build="p"/>
      <p:bldP spid="7" grpId="1" build="p"/>
      <p:bldP spid="8" grpId="0"/>
      <p:bldP spid="8" grpId="1"/>
      <p:bldP spid="11" grpId="0"/>
      <p:bldP spid="11" grpId="1"/>
      <p:bldP spid="2" grpId="0"/>
      <p:bldP spid="2"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numéro de diapositive 4">
            <a:extLst>
              <a:ext uri="{FF2B5EF4-FFF2-40B4-BE49-F238E27FC236}">
                <a16:creationId xmlns:a16="http://schemas.microsoft.com/office/drawing/2014/main" id="{8A6BD8E6-93F1-2457-653F-AC495B1E4706}"/>
              </a:ext>
            </a:extLst>
          </p:cNvPr>
          <p:cNvSpPr>
            <a:spLocks noGrp="1"/>
          </p:cNvSpPr>
          <p:nvPr>
            <p:ph type="sldNum" sz="quarter" idx="12"/>
          </p:nvPr>
        </p:nvSpPr>
        <p:spPr/>
        <p:txBody>
          <a:bodyPr/>
          <a:lstStyle/>
          <a:p>
            <a:fld id="{4EFB72C0-99D3-44BB-B7E8-F5268695D5AA}" type="slidenum">
              <a:rPr lang="fr-FR" smtClean="0"/>
              <a:t>6</a:t>
            </a:fld>
            <a:endParaRPr lang="fr-FR"/>
          </a:p>
        </p:txBody>
      </p:sp>
      <p:sp>
        <p:nvSpPr>
          <p:cNvPr id="2" name="Espace réservé du contenu 2">
            <a:extLst>
              <a:ext uri="{FF2B5EF4-FFF2-40B4-BE49-F238E27FC236}">
                <a16:creationId xmlns:a16="http://schemas.microsoft.com/office/drawing/2014/main" id="{D42D991A-FDCF-E602-96DE-6432A9CD2202}"/>
              </a:ext>
            </a:extLst>
          </p:cNvPr>
          <p:cNvSpPr txBox="1">
            <a:spLocks/>
          </p:cNvSpPr>
          <p:nvPr/>
        </p:nvSpPr>
        <p:spPr>
          <a:xfrm>
            <a:off x="1311579" y="149786"/>
            <a:ext cx="10745593" cy="1127886"/>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r>
              <a:rPr lang="fr-FR" altLang="fr-FR" sz="1600" b="1" dirty="0">
                <a:solidFill>
                  <a:schemeClr val="accent4"/>
                </a:solidFill>
                <a:latin typeface="Bookman Old Style" panose="02050604050505020204" pitchFamily="18" charset="0"/>
              </a:rPr>
              <a:t>Partie II: </a:t>
            </a:r>
          </a:p>
          <a:p>
            <a:pPr marL="0" indent="0">
              <a:buFont typeface="Wingdings 3" charset="2"/>
              <a:buNone/>
            </a:pPr>
            <a:r>
              <a:rPr lang="fr-FR" altLang="fr-FR" sz="1600" b="1" dirty="0">
                <a:solidFill>
                  <a:schemeClr val="accent4"/>
                </a:solidFill>
                <a:latin typeface="Bookman Old Style" panose="02050604050505020204" pitchFamily="18" charset="0"/>
              </a:rPr>
              <a:t>II-La communication de défense proactive </a:t>
            </a:r>
            <a:r>
              <a:rPr lang="fr-FR" altLang="fr-FR" b="1" dirty="0">
                <a:solidFill>
                  <a:srgbClr val="0A0A0A"/>
                </a:solidFill>
                <a:latin typeface="Bookman Old Style" panose="02050604050505020204" pitchFamily="18" charset="0"/>
              </a:rPr>
              <a:t>:</a:t>
            </a:r>
            <a:r>
              <a:rPr lang="fr-FR" altLang="fr-FR" dirty="0">
                <a:solidFill>
                  <a:srgbClr val="0A0A0A"/>
                </a:solidFill>
                <a:latin typeface="Bookman Old Style" panose="02050604050505020204" pitchFamily="18" charset="0"/>
              </a:rPr>
              <a:t> </a:t>
            </a:r>
            <a:r>
              <a:rPr lang="fr-FR" altLang="fr-FR" sz="1600" dirty="0">
                <a:solidFill>
                  <a:srgbClr val="0A0A0A"/>
                </a:solidFill>
                <a:latin typeface="Bookman Old Style" panose="02050604050505020204" pitchFamily="18" charset="0"/>
              </a:rPr>
              <a:t>Stratégie de "Pre-</a:t>
            </a:r>
            <a:r>
              <a:rPr lang="fr-FR" altLang="fr-FR" sz="1600" dirty="0" err="1">
                <a:solidFill>
                  <a:srgbClr val="0A0A0A"/>
                </a:solidFill>
                <a:latin typeface="Bookman Old Style" panose="02050604050505020204" pitchFamily="18" charset="0"/>
              </a:rPr>
              <a:t>bunking</a:t>
            </a:r>
            <a:r>
              <a:rPr lang="fr-FR" altLang="fr-FR" sz="1600" dirty="0">
                <a:solidFill>
                  <a:srgbClr val="0A0A0A"/>
                </a:solidFill>
                <a:latin typeface="Bookman Old Style" panose="02050604050505020204" pitchFamily="18" charset="0"/>
              </a:rPr>
              <a:t>" (anticiper les rumeurs) et utilisation des canaux officiels pour occuper le terrain informationnel.</a:t>
            </a:r>
          </a:p>
          <a:p>
            <a:pPr marL="0" indent="0">
              <a:buFont typeface="Wingdings 3" charset="2"/>
              <a:buNone/>
            </a:pPr>
            <a:endParaRPr lang="fr-FR" altLang="fr-FR" sz="1600" dirty="0">
              <a:solidFill>
                <a:srgbClr val="0A0A0A"/>
              </a:solidFill>
              <a:latin typeface="Bookman Old Style" panose="02050604050505020204" pitchFamily="18" charset="0"/>
            </a:endParaRPr>
          </a:p>
          <a:p>
            <a:endParaRPr lang="fr-FR" dirty="0"/>
          </a:p>
        </p:txBody>
      </p:sp>
      <p:sp>
        <p:nvSpPr>
          <p:cNvPr id="6" name="ZoneTexte 5">
            <a:extLst>
              <a:ext uri="{FF2B5EF4-FFF2-40B4-BE49-F238E27FC236}">
                <a16:creationId xmlns:a16="http://schemas.microsoft.com/office/drawing/2014/main" id="{8B5938F9-2B81-7BB2-4E9D-58915DF6706F}"/>
              </a:ext>
            </a:extLst>
          </p:cNvPr>
          <p:cNvSpPr txBox="1"/>
          <p:nvPr/>
        </p:nvSpPr>
        <p:spPr>
          <a:xfrm>
            <a:off x="1311579" y="149786"/>
            <a:ext cx="11281417" cy="6277744"/>
          </a:xfrm>
          <a:prstGeom prst="rect">
            <a:avLst/>
          </a:prstGeom>
          <a:noFill/>
        </p:spPr>
        <p:txBody>
          <a:bodyPr wrap="square" rtlCol="0">
            <a:spAutoFit/>
          </a:bodyPr>
          <a:lstStyle/>
          <a:p>
            <a:pPr algn="just" defTabSz="914400">
              <a:lnSpc>
                <a:spcPct val="150000"/>
              </a:lnSpc>
            </a:pPr>
            <a:r>
              <a:rPr lang="fr-FR" altLang="fr-FR" b="1" dirty="0">
                <a:solidFill>
                  <a:schemeClr val="accent4"/>
                </a:solidFill>
                <a:latin typeface="Bookman Old Style" panose="02050604050505020204" pitchFamily="18" charset="0"/>
              </a:rPr>
              <a:t>Partie II: I- Le Dispositif de Protection et de Riposte </a:t>
            </a:r>
          </a:p>
          <a:p>
            <a:pPr lvl="0" algn="just" defTabSz="914400" eaLnBrk="0" fontAlgn="base" hangingPunct="0">
              <a:lnSpc>
                <a:spcPct val="150000"/>
              </a:lnSpc>
              <a:spcBef>
                <a:spcPct val="0"/>
              </a:spcBef>
              <a:spcAft>
                <a:spcPct val="0"/>
              </a:spcAft>
            </a:pPr>
            <a:r>
              <a:rPr lang="fr-FR" altLang="fr-FR" b="1" dirty="0">
                <a:solidFill>
                  <a:schemeClr val="bg2">
                    <a:lumMod val="25000"/>
                  </a:schemeClr>
                </a:solidFill>
                <a:latin typeface="Bookman Old Style" panose="02050604050505020204" pitchFamily="18" charset="0"/>
              </a:rPr>
              <a:t> </a:t>
            </a:r>
            <a:r>
              <a:rPr lang="fr-FR" altLang="fr-FR" dirty="0">
                <a:solidFill>
                  <a:schemeClr val="bg2">
                    <a:lumMod val="50000"/>
                  </a:schemeClr>
                </a:solidFill>
                <a:latin typeface="Bookman Old Style" panose="02050604050505020204" pitchFamily="18" charset="0"/>
              </a:rPr>
              <a:t>3-Le Rôle du MINDEF : Communication et Discipline</a:t>
            </a:r>
          </a:p>
          <a:p>
            <a:pPr lvl="0" algn="just" defTabSz="914400" eaLnBrk="0" fontAlgn="base" hangingPunct="0">
              <a:lnSpc>
                <a:spcPct val="150000"/>
              </a:lnSpc>
              <a:spcBef>
                <a:spcPct val="0"/>
              </a:spcBef>
              <a:spcAft>
                <a:spcPct val="0"/>
              </a:spcAft>
            </a:pPr>
            <a:r>
              <a:rPr lang="fr-FR" altLang="fr-FR" dirty="0">
                <a:solidFill>
                  <a:srgbClr val="0A0A0A"/>
                </a:solidFill>
                <a:latin typeface="Bookman Old Style" panose="02050604050505020204" pitchFamily="18" charset="0"/>
              </a:rPr>
              <a:t>  Le MINDEF assure la dimension "terrain" et éthique de la protection d'image :</a:t>
            </a:r>
            <a:endParaRPr lang="fr-FR" altLang="fr-FR" dirty="0">
              <a:latin typeface="Bookman Old Style" panose="02050604050505020204" pitchFamily="18" charset="0"/>
            </a:endParaRPr>
          </a:p>
          <a:p>
            <a:pPr lvl="0" algn="just" defTabSz="914400" eaLnBrk="0" fontAlgn="base" hangingPunct="0">
              <a:lnSpc>
                <a:spcPct val="150000"/>
              </a:lnSpc>
              <a:spcBef>
                <a:spcPct val="0"/>
              </a:spcBef>
              <a:spcAft>
                <a:spcPct val="0"/>
              </a:spcAft>
            </a:pPr>
            <a:r>
              <a:rPr lang="fr-FR" altLang="fr-FR" b="1" dirty="0">
                <a:solidFill>
                  <a:srgbClr val="0A0A0A"/>
                </a:solidFill>
                <a:latin typeface="Bookman Old Style" panose="02050604050505020204" pitchFamily="18" charset="0"/>
              </a:rPr>
              <a:t>  -Veille et Riposte </a:t>
            </a:r>
            <a:r>
              <a:rPr lang="fr-FR" altLang="fr-FR" dirty="0">
                <a:solidFill>
                  <a:srgbClr val="0A0A0A"/>
                </a:solidFill>
                <a:latin typeface="Bookman Old Style" panose="02050604050505020204" pitchFamily="18" charset="0"/>
              </a:rPr>
              <a:t> </a:t>
            </a:r>
          </a:p>
          <a:p>
            <a:pPr lvl="0" algn="just" defTabSz="914400" eaLnBrk="0" fontAlgn="base" hangingPunct="0">
              <a:lnSpc>
                <a:spcPct val="150000"/>
              </a:lnSpc>
              <a:spcBef>
                <a:spcPct val="0"/>
              </a:spcBef>
              <a:spcAft>
                <a:spcPct val="0"/>
              </a:spcAft>
            </a:pPr>
            <a:r>
              <a:rPr lang="fr-FR" altLang="fr-FR" b="1" dirty="0">
                <a:solidFill>
                  <a:srgbClr val="0A0A0A"/>
                </a:solidFill>
                <a:latin typeface="Bookman Old Style" panose="02050604050505020204" pitchFamily="18" charset="0"/>
              </a:rPr>
              <a:t>  -Discipline interne </a:t>
            </a:r>
            <a:r>
              <a:rPr lang="fr-FR" altLang="fr-FR" dirty="0">
                <a:solidFill>
                  <a:srgbClr val="0A0A0A"/>
                </a:solidFill>
                <a:latin typeface="Bookman Old Style" panose="02050604050505020204" pitchFamily="18" charset="0"/>
              </a:rPr>
              <a:t> </a:t>
            </a:r>
          </a:p>
          <a:p>
            <a:pPr lvl="0" algn="just" defTabSz="914400" eaLnBrk="0" fontAlgn="base" hangingPunct="0">
              <a:lnSpc>
                <a:spcPct val="150000"/>
              </a:lnSpc>
              <a:spcBef>
                <a:spcPct val="0"/>
              </a:spcBef>
              <a:spcAft>
                <a:spcPct val="0"/>
              </a:spcAft>
            </a:pPr>
            <a:r>
              <a:rPr lang="fr-FR" altLang="fr-FR" b="1" dirty="0">
                <a:solidFill>
                  <a:srgbClr val="0A0A0A"/>
                </a:solidFill>
                <a:latin typeface="Bookman Old Style" panose="02050604050505020204" pitchFamily="18" charset="0"/>
              </a:rPr>
              <a:t>  </a:t>
            </a:r>
            <a:r>
              <a:rPr lang="fr-FR" altLang="fr-FR" dirty="0">
                <a:solidFill>
                  <a:schemeClr val="bg2">
                    <a:lumMod val="50000"/>
                  </a:schemeClr>
                </a:solidFill>
                <a:latin typeface="Bookman Old Style" panose="02050604050505020204" pitchFamily="18" charset="0"/>
              </a:rPr>
              <a:t>4- Le Rôle de l'ANTIC </a:t>
            </a:r>
            <a:r>
              <a:rPr lang="fr-FR" altLang="fr-FR" b="1" dirty="0">
                <a:solidFill>
                  <a:srgbClr val="0A0A0A"/>
                </a:solidFill>
                <a:latin typeface="Bookman Old Style" panose="02050604050505020204" pitchFamily="18" charset="0"/>
              </a:rPr>
              <a:t> </a:t>
            </a:r>
          </a:p>
          <a:p>
            <a:pPr lvl="0" algn="just" defTabSz="914400" eaLnBrk="0" fontAlgn="base" hangingPunct="0">
              <a:lnSpc>
                <a:spcPct val="150000"/>
              </a:lnSpc>
              <a:spcBef>
                <a:spcPct val="0"/>
              </a:spcBef>
              <a:spcAft>
                <a:spcPct val="0"/>
              </a:spcAft>
            </a:pPr>
            <a:r>
              <a:rPr lang="fr-FR" altLang="fr-FR" b="1" dirty="0">
                <a:solidFill>
                  <a:srgbClr val="0A0A0A"/>
                </a:solidFill>
                <a:latin typeface="Bookman Old Style" panose="02050604050505020204" pitchFamily="18" charset="0"/>
              </a:rPr>
              <a:t>   Expertise Technique</a:t>
            </a:r>
            <a:endParaRPr lang="fr-FR" altLang="fr-FR" dirty="0">
              <a:latin typeface="Bookman Old Style" panose="02050604050505020204" pitchFamily="18" charset="0"/>
            </a:endParaRPr>
          </a:p>
          <a:p>
            <a:pPr lvl="0" algn="just" defTabSz="914400" eaLnBrk="0" fontAlgn="base" hangingPunct="0">
              <a:lnSpc>
                <a:spcPct val="150000"/>
              </a:lnSpc>
              <a:spcBef>
                <a:spcPct val="0"/>
              </a:spcBef>
              <a:spcAft>
                <a:spcPct val="0"/>
              </a:spcAft>
            </a:pPr>
            <a:r>
              <a:rPr lang="fr-FR" altLang="fr-FR" dirty="0">
                <a:solidFill>
                  <a:srgbClr val="0A0A0A"/>
                </a:solidFill>
                <a:latin typeface="Bookman Old Style" panose="02050604050505020204" pitchFamily="18" charset="0"/>
              </a:rPr>
              <a:t>     L'ANTIC agit comme le bras technique de l'État dans la sécurisation du cyberespace national : </a:t>
            </a:r>
            <a:endParaRPr lang="fr-FR" altLang="fr-FR" dirty="0">
              <a:latin typeface="Bookman Old Style" panose="02050604050505020204" pitchFamily="18" charset="0"/>
            </a:endParaRPr>
          </a:p>
          <a:p>
            <a:pPr lvl="0" algn="just" defTabSz="914400" eaLnBrk="0" fontAlgn="base" hangingPunct="0">
              <a:lnSpc>
                <a:spcPct val="150000"/>
              </a:lnSpc>
              <a:spcBef>
                <a:spcPct val="0"/>
              </a:spcBef>
              <a:spcAft>
                <a:spcPct val="0"/>
              </a:spcAft>
            </a:pPr>
            <a:r>
              <a:rPr lang="fr-FR" altLang="fr-FR" b="1" dirty="0">
                <a:solidFill>
                  <a:srgbClr val="0A0A0A"/>
                </a:solidFill>
                <a:latin typeface="Bookman Old Style" panose="02050604050505020204" pitchFamily="18" charset="0"/>
              </a:rPr>
              <a:t>   -Veille technologique </a:t>
            </a:r>
            <a:r>
              <a:rPr lang="fr-FR" altLang="fr-FR" dirty="0">
                <a:solidFill>
                  <a:srgbClr val="0A0A0A"/>
                </a:solidFill>
                <a:latin typeface="Bookman Old Style" panose="02050604050505020204" pitchFamily="18" charset="0"/>
              </a:rPr>
              <a:t> </a:t>
            </a:r>
          </a:p>
          <a:p>
            <a:pPr lvl="0" algn="just" defTabSz="914400" eaLnBrk="0" fontAlgn="base" hangingPunct="0">
              <a:lnSpc>
                <a:spcPct val="150000"/>
              </a:lnSpc>
              <a:spcBef>
                <a:spcPct val="0"/>
              </a:spcBef>
              <a:spcAft>
                <a:spcPct val="0"/>
              </a:spcAft>
            </a:pPr>
            <a:r>
              <a:rPr lang="fr-FR" altLang="fr-FR" b="1" dirty="0">
                <a:solidFill>
                  <a:srgbClr val="0A0A0A"/>
                </a:solidFill>
                <a:latin typeface="Bookman Old Style" panose="02050604050505020204" pitchFamily="18" charset="0"/>
              </a:rPr>
              <a:t>   -Sensibilisation et Alertes </a:t>
            </a:r>
            <a:r>
              <a:rPr lang="fr-FR" altLang="fr-FR" dirty="0">
                <a:solidFill>
                  <a:srgbClr val="0A0A0A"/>
                </a:solidFill>
                <a:latin typeface="Bookman Old Style" panose="02050604050505020204" pitchFamily="18" charset="0"/>
              </a:rPr>
              <a:t> </a:t>
            </a:r>
          </a:p>
          <a:p>
            <a:pPr lvl="0" algn="just" defTabSz="914400" eaLnBrk="0" fontAlgn="base" hangingPunct="0">
              <a:lnSpc>
                <a:spcPct val="150000"/>
              </a:lnSpc>
              <a:spcBef>
                <a:spcPct val="0"/>
              </a:spcBef>
              <a:spcAft>
                <a:spcPct val="0"/>
              </a:spcAft>
            </a:pPr>
            <a:r>
              <a:rPr lang="fr-FR" altLang="fr-FR" b="1" dirty="0">
                <a:solidFill>
                  <a:srgbClr val="0A0A0A"/>
                </a:solidFill>
                <a:latin typeface="Bookman Old Style" panose="02050604050505020204" pitchFamily="18" charset="0"/>
              </a:rPr>
              <a:t>   </a:t>
            </a:r>
            <a:r>
              <a:rPr lang="fr-FR" altLang="fr-FR" dirty="0">
                <a:solidFill>
                  <a:schemeClr val="bg2">
                    <a:lumMod val="50000"/>
                  </a:schemeClr>
                </a:solidFill>
                <a:latin typeface="Bookman Old Style" panose="02050604050505020204" pitchFamily="18" charset="0"/>
              </a:rPr>
              <a:t>5- La Synergie MINDEF-ANTIC en 2026</a:t>
            </a:r>
          </a:p>
          <a:p>
            <a:pPr lvl="0" algn="just" defTabSz="914400" eaLnBrk="0" fontAlgn="base" hangingPunct="0">
              <a:lnSpc>
                <a:spcPct val="150000"/>
              </a:lnSpc>
              <a:spcBef>
                <a:spcPct val="0"/>
              </a:spcBef>
              <a:spcAft>
                <a:spcPct val="0"/>
              </a:spcAft>
            </a:pPr>
            <a:r>
              <a:rPr lang="fr-FR" altLang="fr-FR" dirty="0">
                <a:solidFill>
                  <a:srgbClr val="0A0A0A"/>
                </a:solidFill>
                <a:latin typeface="Bookman Old Style" panose="02050604050505020204" pitchFamily="18" charset="0"/>
              </a:rPr>
              <a:t>    Cette coopération se manifeste par </a:t>
            </a:r>
          </a:p>
          <a:p>
            <a:pPr algn="just">
              <a:lnSpc>
                <a:spcPct val="150000"/>
              </a:lnSpc>
            </a:pPr>
            <a:r>
              <a:rPr lang="fr-FR" b="1" dirty="0">
                <a:latin typeface="Bookman Old Style" panose="02050604050505020204" pitchFamily="18" charset="0"/>
              </a:rPr>
              <a:t>    Une stratégie de cyber-résilience </a:t>
            </a:r>
            <a:r>
              <a:rPr lang="fr-FR" dirty="0">
                <a:latin typeface="Bookman Old Style" panose="02050604050505020204" pitchFamily="18" charset="0"/>
              </a:rPr>
              <a:t> </a:t>
            </a:r>
          </a:p>
          <a:p>
            <a:pPr algn="just">
              <a:lnSpc>
                <a:spcPct val="150000"/>
              </a:lnSpc>
            </a:pPr>
            <a:r>
              <a:rPr lang="fr-FR" b="1" dirty="0">
                <a:latin typeface="Bookman Old Style" panose="02050604050505020204" pitchFamily="18" charset="0"/>
              </a:rPr>
              <a:t>    Traque des cybercriminels :</a:t>
            </a:r>
            <a:r>
              <a:rPr lang="fr-FR" dirty="0">
                <a:latin typeface="Bookman Old Style" panose="02050604050505020204" pitchFamily="18" charset="0"/>
              </a:rPr>
              <a:t> </a:t>
            </a:r>
            <a:r>
              <a:rPr lang="fr-FR" b="1" dirty="0">
                <a:latin typeface="Bookman Old Style" panose="02050604050505020204" pitchFamily="18" charset="0"/>
              </a:rPr>
              <a:t>Lutte contre la désinformation :</a:t>
            </a:r>
            <a:r>
              <a:rPr lang="fr-FR" dirty="0">
                <a:latin typeface="Bookman Old Style" panose="02050604050505020204" pitchFamily="18" charset="0"/>
              </a:rPr>
              <a:t> </a:t>
            </a:r>
            <a:endParaRPr lang="fr-FR" altLang="fr-FR" dirty="0">
              <a:solidFill>
                <a:srgbClr val="0A0A0A"/>
              </a:solidFill>
              <a:latin typeface="Bookman Old Style" panose="02050604050505020204" pitchFamily="18" charset="0"/>
            </a:endParaRPr>
          </a:p>
          <a:p>
            <a:pPr lvl="0" algn="just" defTabSz="914400" eaLnBrk="0" fontAlgn="base" hangingPunct="0">
              <a:lnSpc>
                <a:spcPct val="150000"/>
              </a:lnSpc>
              <a:spcBef>
                <a:spcPct val="0"/>
              </a:spcBef>
              <a:spcAft>
                <a:spcPct val="0"/>
              </a:spcAft>
            </a:pPr>
            <a:r>
              <a:rPr lang="fr-FR" altLang="fr-FR" dirty="0">
                <a:solidFill>
                  <a:srgbClr val="0A0A0A"/>
                </a:solidFill>
                <a:latin typeface="Bookman Old Style" panose="02050604050505020204" pitchFamily="18" charset="0"/>
              </a:rPr>
              <a:t> </a:t>
            </a:r>
          </a:p>
        </p:txBody>
      </p:sp>
      <p:sp>
        <p:nvSpPr>
          <p:cNvPr id="7" name="ZoneTexte 6">
            <a:extLst>
              <a:ext uri="{FF2B5EF4-FFF2-40B4-BE49-F238E27FC236}">
                <a16:creationId xmlns:a16="http://schemas.microsoft.com/office/drawing/2014/main" id="{EC05547E-A49F-3CF5-FEEE-F5F4958D0F9C}"/>
              </a:ext>
            </a:extLst>
          </p:cNvPr>
          <p:cNvSpPr txBox="1"/>
          <p:nvPr/>
        </p:nvSpPr>
        <p:spPr>
          <a:xfrm>
            <a:off x="1311579" y="60834"/>
            <a:ext cx="10880421" cy="3368166"/>
          </a:xfrm>
          <a:prstGeom prst="rect">
            <a:avLst/>
          </a:prstGeom>
          <a:noFill/>
        </p:spPr>
        <p:txBody>
          <a:bodyPr wrap="square" rtlCol="0">
            <a:spAutoFit/>
          </a:bodyPr>
          <a:lstStyle/>
          <a:p>
            <a:pPr lvl="0" algn="just" defTabSz="914400" eaLnBrk="0" fontAlgn="base" hangingPunct="0">
              <a:lnSpc>
                <a:spcPct val="150000"/>
              </a:lnSpc>
              <a:spcBef>
                <a:spcPct val="0"/>
              </a:spcBef>
              <a:spcAft>
                <a:spcPct val="0"/>
              </a:spcAft>
            </a:pPr>
            <a:r>
              <a:rPr lang="fr-FR" altLang="fr-FR" b="1" dirty="0">
                <a:solidFill>
                  <a:schemeClr val="bg2">
                    <a:lumMod val="50000"/>
                  </a:schemeClr>
                </a:solidFill>
                <a:latin typeface="Bookman Old Style" panose="02050604050505020204" pitchFamily="18" charset="0"/>
              </a:rPr>
              <a:t>1. Le concept : La "Vaccination Cognitive"</a:t>
            </a:r>
            <a:endParaRPr lang="fr-FR" altLang="fr-FR" dirty="0">
              <a:solidFill>
                <a:schemeClr val="bg2">
                  <a:lumMod val="50000"/>
                </a:schemeClr>
              </a:solidFill>
              <a:latin typeface="Bookman Old Style" panose="02050604050505020204" pitchFamily="18" charset="0"/>
            </a:endParaRPr>
          </a:p>
          <a:p>
            <a:pPr lvl="0" algn="just" defTabSz="914400" eaLnBrk="0" fontAlgn="base" hangingPunct="0">
              <a:lnSpc>
                <a:spcPct val="150000"/>
              </a:lnSpc>
              <a:spcBef>
                <a:spcPct val="0"/>
              </a:spcBef>
              <a:spcAft>
                <a:spcPct val="0"/>
              </a:spcAft>
            </a:pPr>
            <a:r>
              <a:rPr lang="fr-FR" altLang="fr-FR" dirty="0">
                <a:solidFill>
                  <a:srgbClr val="0A0A0A"/>
                </a:solidFill>
                <a:latin typeface="Bookman Old Style" panose="02050604050505020204" pitchFamily="18" charset="0"/>
              </a:rPr>
              <a:t>Le </a:t>
            </a:r>
            <a:r>
              <a:rPr lang="fr-FR" altLang="fr-FR" dirty="0" err="1">
                <a:solidFill>
                  <a:srgbClr val="0A0A0A"/>
                </a:solidFill>
                <a:latin typeface="Bookman Old Style" panose="02050604050505020204" pitchFamily="18" charset="0"/>
              </a:rPr>
              <a:t>pre-bunking</a:t>
            </a:r>
            <a:r>
              <a:rPr lang="fr-FR" altLang="fr-FR" dirty="0">
                <a:solidFill>
                  <a:srgbClr val="0A0A0A"/>
                </a:solidFill>
                <a:latin typeface="Bookman Old Style" panose="02050604050505020204" pitchFamily="18" charset="0"/>
              </a:rPr>
              <a:t> repose sur la théorie de l'inoculation :</a:t>
            </a:r>
            <a:endParaRPr lang="fr-FR" altLang="fr-FR" dirty="0">
              <a:latin typeface="Bookman Old Style" panose="02050604050505020204" pitchFamily="18" charset="0"/>
            </a:endParaRPr>
          </a:p>
          <a:p>
            <a:pPr lvl="0" algn="just" defTabSz="914400" eaLnBrk="0" fontAlgn="base" hangingPunct="0">
              <a:lnSpc>
                <a:spcPct val="150000"/>
              </a:lnSpc>
              <a:spcBef>
                <a:spcPct val="0"/>
              </a:spcBef>
              <a:spcAft>
                <a:spcPct val="0"/>
              </a:spcAft>
              <a:buFontTx/>
              <a:buChar char="•"/>
            </a:pPr>
            <a:r>
              <a:rPr lang="fr-FR" altLang="fr-FR" dirty="0">
                <a:solidFill>
                  <a:srgbClr val="0A0A0A"/>
                </a:solidFill>
                <a:latin typeface="Bookman Old Style" panose="02050604050505020204" pitchFamily="18" charset="0"/>
              </a:rPr>
              <a:t>Exposition préventive </a:t>
            </a:r>
            <a:r>
              <a:rPr lang="fr-FR" altLang="fr-FR" b="1" dirty="0">
                <a:solidFill>
                  <a:srgbClr val="0A0A0A"/>
                </a:solidFill>
                <a:latin typeface="Bookman Old Style" panose="02050604050505020204" pitchFamily="18" charset="0"/>
              </a:rPr>
              <a:t>:</a:t>
            </a:r>
            <a:r>
              <a:rPr lang="fr-FR" altLang="fr-FR" dirty="0">
                <a:solidFill>
                  <a:srgbClr val="0A0A0A"/>
                </a:solidFill>
                <a:latin typeface="Bookman Old Style" panose="02050604050505020204" pitchFamily="18" charset="0"/>
              </a:rPr>
              <a:t> </a:t>
            </a:r>
          </a:p>
          <a:p>
            <a:pPr lvl="0" algn="just" defTabSz="914400" eaLnBrk="0" fontAlgn="base" hangingPunct="0">
              <a:lnSpc>
                <a:spcPct val="150000"/>
              </a:lnSpc>
              <a:spcBef>
                <a:spcPct val="0"/>
              </a:spcBef>
              <a:spcAft>
                <a:spcPct val="0"/>
              </a:spcAft>
              <a:buFontTx/>
              <a:buChar char="•"/>
            </a:pPr>
            <a:r>
              <a:rPr lang="fr-FR" altLang="fr-FR" dirty="0">
                <a:solidFill>
                  <a:srgbClr val="0A0A0A"/>
                </a:solidFill>
                <a:latin typeface="Bookman Old Style" panose="02050604050505020204" pitchFamily="18" charset="0"/>
              </a:rPr>
              <a:t>Explication des techniques </a:t>
            </a:r>
            <a:r>
              <a:rPr lang="fr-FR" altLang="fr-FR" b="1" dirty="0">
                <a:solidFill>
                  <a:srgbClr val="0A0A0A"/>
                </a:solidFill>
                <a:latin typeface="Bookman Old Style" panose="02050604050505020204" pitchFamily="18" charset="0"/>
              </a:rPr>
              <a:t>:</a:t>
            </a:r>
            <a:r>
              <a:rPr lang="fr-FR" altLang="fr-FR" dirty="0">
                <a:solidFill>
                  <a:srgbClr val="0A0A0A"/>
                </a:solidFill>
                <a:latin typeface="Bookman Old Style" panose="02050604050505020204" pitchFamily="18" charset="0"/>
              </a:rPr>
              <a:t> </a:t>
            </a:r>
          </a:p>
          <a:p>
            <a:pPr lvl="0" algn="just" defTabSz="914400" eaLnBrk="0" fontAlgn="base" hangingPunct="0">
              <a:lnSpc>
                <a:spcPct val="150000"/>
              </a:lnSpc>
              <a:spcBef>
                <a:spcPct val="0"/>
              </a:spcBef>
              <a:spcAft>
                <a:spcPct val="0"/>
              </a:spcAft>
              <a:buFontTx/>
              <a:buChar char="•"/>
            </a:pPr>
            <a:r>
              <a:rPr lang="fr-FR" altLang="fr-FR" dirty="0">
                <a:solidFill>
                  <a:srgbClr val="0A0A0A"/>
                </a:solidFill>
                <a:latin typeface="Bookman Old Style" panose="02050604050505020204" pitchFamily="18" charset="0"/>
              </a:rPr>
              <a:t>Résultat</a:t>
            </a:r>
            <a:r>
              <a:rPr lang="fr-FR" altLang="fr-FR" b="1" dirty="0">
                <a:solidFill>
                  <a:srgbClr val="0A0A0A"/>
                </a:solidFill>
                <a:latin typeface="Bookman Old Style" panose="02050604050505020204" pitchFamily="18" charset="0"/>
              </a:rPr>
              <a:t> :</a:t>
            </a:r>
            <a:r>
              <a:rPr lang="fr-FR" altLang="fr-FR" dirty="0">
                <a:solidFill>
                  <a:srgbClr val="0A0A0A"/>
                </a:solidFill>
                <a:latin typeface="Bookman Old Style" panose="02050604050505020204" pitchFamily="18" charset="0"/>
              </a:rPr>
              <a:t> </a:t>
            </a:r>
          </a:p>
          <a:p>
            <a:pPr lvl="0" algn="just" defTabSz="914400" eaLnBrk="0" fontAlgn="base" hangingPunct="0">
              <a:lnSpc>
                <a:spcPct val="150000"/>
              </a:lnSpc>
              <a:spcBef>
                <a:spcPct val="0"/>
              </a:spcBef>
              <a:spcAft>
                <a:spcPct val="0"/>
              </a:spcAft>
              <a:buFontTx/>
              <a:buChar char="•"/>
            </a:pPr>
            <a:r>
              <a:rPr lang="fr-FR" altLang="fr-FR" b="1" dirty="0">
                <a:solidFill>
                  <a:schemeClr val="bg2">
                    <a:lumMod val="50000"/>
                  </a:schemeClr>
                </a:solidFill>
                <a:latin typeface="Bookman Old Style" panose="02050604050505020204" pitchFamily="18" charset="0"/>
              </a:rPr>
              <a:t>2. Pourquoi une stratégie proactive en 2026 ?</a:t>
            </a:r>
            <a:endParaRPr lang="fr-FR" altLang="fr-FR" dirty="0">
              <a:solidFill>
                <a:schemeClr val="bg2">
                  <a:lumMod val="50000"/>
                </a:schemeClr>
              </a:solidFill>
              <a:latin typeface="Bookman Old Style" panose="02050604050505020204" pitchFamily="18" charset="0"/>
            </a:endParaRPr>
          </a:p>
          <a:p>
            <a:pPr lvl="0" algn="just" defTabSz="914400" eaLnBrk="0" fontAlgn="base" hangingPunct="0">
              <a:lnSpc>
                <a:spcPct val="150000"/>
              </a:lnSpc>
              <a:spcBef>
                <a:spcPct val="0"/>
              </a:spcBef>
              <a:spcAft>
                <a:spcPct val="0"/>
              </a:spcAft>
            </a:pPr>
            <a:r>
              <a:rPr lang="fr-FR" altLang="fr-FR" dirty="0">
                <a:solidFill>
                  <a:srgbClr val="0A0A0A"/>
                </a:solidFill>
                <a:latin typeface="Bookman Old Style" panose="02050604050505020204" pitchFamily="18" charset="0"/>
              </a:rPr>
              <a:t>Le </a:t>
            </a:r>
            <a:r>
              <a:rPr lang="fr-FR" altLang="fr-FR" dirty="0" err="1">
                <a:solidFill>
                  <a:srgbClr val="0A0A0A"/>
                </a:solidFill>
                <a:latin typeface="Bookman Old Style" panose="02050604050505020204" pitchFamily="18" charset="0"/>
              </a:rPr>
              <a:t>pre-bunking</a:t>
            </a:r>
            <a:r>
              <a:rPr lang="fr-FR" altLang="fr-FR" dirty="0">
                <a:solidFill>
                  <a:srgbClr val="0A0A0A"/>
                </a:solidFill>
                <a:latin typeface="Bookman Old Style" panose="02050604050505020204" pitchFamily="18" charset="0"/>
              </a:rPr>
              <a:t> est jugé plus efficace que le démenti traditionnel (de-</a:t>
            </a:r>
            <a:r>
              <a:rPr lang="fr-FR" altLang="fr-FR" dirty="0" err="1">
                <a:solidFill>
                  <a:srgbClr val="0A0A0A"/>
                </a:solidFill>
                <a:latin typeface="Bookman Old Style" panose="02050604050505020204" pitchFamily="18" charset="0"/>
              </a:rPr>
              <a:t>bunking</a:t>
            </a:r>
            <a:r>
              <a:rPr lang="fr-FR" altLang="fr-FR" dirty="0">
                <a:solidFill>
                  <a:srgbClr val="0A0A0A"/>
                </a:solidFill>
                <a:latin typeface="Bookman Old Style" panose="02050604050505020204" pitchFamily="18" charset="0"/>
              </a:rPr>
              <a:t>) pour plusieurs raisons</a:t>
            </a:r>
            <a:endParaRPr lang="fr-FR" dirty="0"/>
          </a:p>
        </p:txBody>
      </p:sp>
      <p:pic>
        <p:nvPicPr>
          <p:cNvPr id="10" name="Image 9">
            <a:extLst>
              <a:ext uri="{FF2B5EF4-FFF2-40B4-BE49-F238E27FC236}">
                <a16:creationId xmlns:a16="http://schemas.microsoft.com/office/drawing/2014/main" id="{B76142F3-9519-8F60-D381-049947B184D3}"/>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1629623" y="1247534"/>
            <a:ext cx="8292975" cy="3077045"/>
          </a:xfrm>
          <a:prstGeom prst="rect">
            <a:avLst/>
          </a:prstGeom>
        </p:spPr>
      </p:pic>
    </p:spTree>
    <p:extLst>
      <p:ext uri="{BB962C8B-B14F-4D97-AF65-F5344CB8AC3E}">
        <p14:creationId xmlns:p14="http://schemas.microsoft.com/office/powerpoint/2010/main" val="3034324644"/>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900" decel="100000" fill="hold"/>
                                        <p:tgtEl>
                                          <p:spTgt spid="7"/>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7"/>
                                        </p:tgtEl>
                                        <p:attrNameLst>
                                          <p:attrName>ppt_y</p:attrName>
                                        </p:attrNameLst>
                                      </p:cBhvr>
                                      <p:tavLst>
                                        <p:tav tm="0">
                                          <p:val>
                                            <p:strVal val="#ppt_y-.03"/>
                                          </p:val>
                                        </p:tav>
                                        <p:tav tm="100000">
                                          <p:val>
                                            <p:strVal val="#ppt_y"/>
                                          </p:val>
                                        </p:tav>
                                      </p:tavLst>
                                    </p:anim>
                                  </p:childTnLst>
                                </p:cTn>
                              </p:par>
                              <p:par>
                                <p:cTn id="11" presetID="2" presetClass="exit" presetSubtype="4" fill="hold" grpId="1" nodeType="withEffect">
                                  <p:stCondLst>
                                    <p:cond delay="0"/>
                                  </p:stCondLst>
                                  <p:childTnLst>
                                    <p:anim calcmode="lin" valueType="num">
                                      <p:cBhvr additive="base">
                                        <p:cTn id="12" dur="500"/>
                                        <p:tgtEl>
                                          <p:spTgt spid="7"/>
                                        </p:tgtEl>
                                        <p:attrNameLst>
                                          <p:attrName>ppt_x</p:attrName>
                                        </p:attrNameLst>
                                      </p:cBhvr>
                                      <p:tavLst>
                                        <p:tav tm="0">
                                          <p:val>
                                            <p:strVal val="ppt_x"/>
                                          </p:val>
                                        </p:tav>
                                        <p:tav tm="100000">
                                          <p:val>
                                            <p:strVal val="ppt_x"/>
                                          </p:val>
                                        </p:tav>
                                      </p:tavLst>
                                    </p:anim>
                                    <p:anim calcmode="lin" valueType="num">
                                      <p:cBhvr additive="base">
                                        <p:cTn id="13" dur="500"/>
                                        <p:tgtEl>
                                          <p:spTgt spid="7"/>
                                        </p:tgtEl>
                                        <p:attrNameLst>
                                          <p:attrName>ppt_y</p:attrName>
                                        </p:attrNameLst>
                                      </p:cBhvr>
                                      <p:tavLst>
                                        <p:tav tm="0">
                                          <p:val>
                                            <p:strVal val="ppt_y"/>
                                          </p:val>
                                        </p:tav>
                                        <p:tav tm="100000">
                                          <p:val>
                                            <p:strVal val="1+ppt_h/2"/>
                                          </p:val>
                                        </p:tav>
                                      </p:tavLst>
                                    </p:anim>
                                    <p:set>
                                      <p:cBhvr>
                                        <p:cTn id="14" dur="1" fill="hold">
                                          <p:stCondLst>
                                            <p:cond delay="499"/>
                                          </p:stCondLst>
                                        </p:cTn>
                                        <p:tgtEl>
                                          <p:spTgt spid="7"/>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7" presetClass="entr" presetSubtype="1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p:cTn id="19" dur="500" fill="hold"/>
                                        <p:tgtEl>
                                          <p:spTgt spid="6"/>
                                        </p:tgtEl>
                                        <p:attrNameLst>
                                          <p:attrName>ppt_w</p:attrName>
                                        </p:attrNameLst>
                                      </p:cBhvr>
                                      <p:tavLst>
                                        <p:tav tm="0">
                                          <p:val>
                                            <p:fltVal val="0"/>
                                          </p:val>
                                        </p:tav>
                                        <p:tav tm="100000">
                                          <p:val>
                                            <p:strVal val="#ppt_w"/>
                                          </p:val>
                                        </p:tav>
                                      </p:tavLst>
                                    </p:anim>
                                    <p:anim calcmode="lin" valueType="num">
                                      <p:cBhvr>
                                        <p:cTn id="20" dur="500" fill="hold"/>
                                        <p:tgtEl>
                                          <p:spTgt spid="6"/>
                                        </p:tgtEl>
                                        <p:attrNameLst>
                                          <p:attrName>ppt_h</p:attrName>
                                        </p:attrNameLst>
                                      </p:cBhvr>
                                      <p:tavLst>
                                        <p:tav tm="0">
                                          <p:val>
                                            <p:strVal val="#ppt_h"/>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2" presetClass="exit" presetSubtype="4" fill="hold" grpId="1" nodeType="clickEffect">
                                  <p:stCondLst>
                                    <p:cond delay="0"/>
                                  </p:stCondLst>
                                  <p:childTnLst>
                                    <p:anim calcmode="lin" valueType="num">
                                      <p:cBhvr additive="base">
                                        <p:cTn id="24" dur="500"/>
                                        <p:tgtEl>
                                          <p:spTgt spid="6"/>
                                        </p:tgtEl>
                                        <p:attrNameLst>
                                          <p:attrName>ppt_x</p:attrName>
                                        </p:attrNameLst>
                                      </p:cBhvr>
                                      <p:tavLst>
                                        <p:tav tm="0">
                                          <p:val>
                                            <p:strVal val="ppt_x"/>
                                          </p:val>
                                        </p:tav>
                                        <p:tav tm="100000">
                                          <p:val>
                                            <p:strVal val="ppt_x"/>
                                          </p:val>
                                        </p:tav>
                                      </p:tavLst>
                                    </p:anim>
                                    <p:anim calcmode="lin" valueType="num">
                                      <p:cBhvr additive="base">
                                        <p:cTn id="25" dur="500"/>
                                        <p:tgtEl>
                                          <p:spTgt spid="6"/>
                                        </p:tgtEl>
                                        <p:attrNameLst>
                                          <p:attrName>ppt_y</p:attrName>
                                        </p:attrNameLst>
                                      </p:cBhvr>
                                      <p:tavLst>
                                        <p:tav tm="0">
                                          <p:val>
                                            <p:strVal val="ppt_y"/>
                                          </p:val>
                                        </p:tav>
                                        <p:tav tm="100000">
                                          <p:val>
                                            <p:strVal val="1+ppt_h/2"/>
                                          </p:val>
                                        </p:tav>
                                      </p:tavLst>
                                    </p:anim>
                                    <p:set>
                                      <p:cBhvr>
                                        <p:cTn id="26" dur="1" fill="hold">
                                          <p:stCondLst>
                                            <p:cond delay="499"/>
                                          </p:stCondLst>
                                        </p:cTn>
                                        <p:tgtEl>
                                          <p:spTgt spid="6"/>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7" presetClass="entr" presetSubtype="10" fill="hold" grpId="0" nodeType="clickEffect">
                                  <p:stCondLst>
                                    <p:cond delay="0"/>
                                  </p:stCondLst>
                                  <p:childTnLst>
                                    <p:set>
                                      <p:cBhvr>
                                        <p:cTn id="30" dur="1" fill="hold">
                                          <p:stCondLst>
                                            <p:cond delay="0"/>
                                          </p:stCondLst>
                                        </p:cTn>
                                        <p:tgtEl>
                                          <p:spTgt spid="2">
                                            <p:txEl>
                                              <p:pRg st="0" end="0"/>
                                            </p:txEl>
                                          </p:spTgt>
                                        </p:tgtEl>
                                        <p:attrNameLst>
                                          <p:attrName>style.visibility</p:attrName>
                                        </p:attrNameLst>
                                      </p:cBhvr>
                                      <p:to>
                                        <p:strVal val="visible"/>
                                      </p:to>
                                    </p:set>
                                    <p:anim calcmode="lin" valueType="num">
                                      <p:cBhvr>
                                        <p:cTn id="31" dur="500" fill="hold"/>
                                        <p:tgtEl>
                                          <p:spTgt spid="2">
                                            <p:txEl>
                                              <p:pRg st="0" end="0"/>
                                            </p:txEl>
                                          </p:spTgt>
                                        </p:tgtEl>
                                        <p:attrNameLst>
                                          <p:attrName>ppt_w</p:attrName>
                                        </p:attrNameLst>
                                      </p:cBhvr>
                                      <p:tavLst>
                                        <p:tav tm="0">
                                          <p:val>
                                            <p:fltVal val="0"/>
                                          </p:val>
                                        </p:tav>
                                        <p:tav tm="100000">
                                          <p:val>
                                            <p:strVal val="#ppt_w"/>
                                          </p:val>
                                        </p:tav>
                                      </p:tavLst>
                                    </p:anim>
                                    <p:anim calcmode="lin" valueType="num">
                                      <p:cBhvr>
                                        <p:cTn id="32" dur="500" fill="hold"/>
                                        <p:tgtEl>
                                          <p:spTgt spid="2">
                                            <p:txEl>
                                              <p:pRg st="0" end="0"/>
                                            </p:txEl>
                                          </p:spTgt>
                                        </p:tgtEl>
                                        <p:attrNameLst>
                                          <p:attrName>ppt_h</p:attrName>
                                        </p:attrNameLst>
                                      </p:cBhvr>
                                      <p:tavLst>
                                        <p:tav tm="0">
                                          <p:val>
                                            <p:strVal val="#ppt_h"/>
                                          </p:val>
                                        </p:tav>
                                        <p:tav tm="100000">
                                          <p:val>
                                            <p:strVal val="#ppt_h"/>
                                          </p:val>
                                        </p:tav>
                                      </p:tavLst>
                                    </p:anim>
                                  </p:childTnLst>
                                </p:cTn>
                              </p:par>
                              <p:par>
                                <p:cTn id="33" presetID="17" presetClass="entr" presetSubtype="10" fill="hold" grpId="0" nodeType="withEffect">
                                  <p:stCondLst>
                                    <p:cond delay="0"/>
                                  </p:stCondLst>
                                  <p:childTnLst>
                                    <p:set>
                                      <p:cBhvr>
                                        <p:cTn id="34" dur="1" fill="hold">
                                          <p:stCondLst>
                                            <p:cond delay="0"/>
                                          </p:stCondLst>
                                        </p:cTn>
                                        <p:tgtEl>
                                          <p:spTgt spid="2">
                                            <p:txEl>
                                              <p:pRg st="1" end="1"/>
                                            </p:txEl>
                                          </p:spTgt>
                                        </p:tgtEl>
                                        <p:attrNameLst>
                                          <p:attrName>style.visibility</p:attrName>
                                        </p:attrNameLst>
                                      </p:cBhvr>
                                      <p:to>
                                        <p:strVal val="visible"/>
                                      </p:to>
                                    </p:set>
                                    <p:anim calcmode="lin" valueType="num">
                                      <p:cBhvr>
                                        <p:cTn id="35" dur="500" fill="hold"/>
                                        <p:tgtEl>
                                          <p:spTgt spid="2">
                                            <p:txEl>
                                              <p:pRg st="1" end="1"/>
                                            </p:txEl>
                                          </p:spTgt>
                                        </p:tgtEl>
                                        <p:attrNameLst>
                                          <p:attrName>ppt_w</p:attrName>
                                        </p:attrNameLst>
                                      </p:cBhvr>
                                      <p:tavLst>
                                        <p:tav tm="0">
                                          <p:val>
                                            <p:fltVal val="0"/>
                                          </p:val>
                                        </p:tav>
                                        <p:tav tm="100000">
                                          <p:val>
                                            <p:strVal val="#ppt_w"/>
                                          </p:val>
                                        </p:tav>
                                      </p:tavLst>
                                    </p:anim>
                                    <p:anim calcmode="lin" valueType="num">
                                      <p:cBhvr>
                                        <p:cTn id="36" dur="500" fill="hold"/>
                                        <p:tgtEl>
                                          <p:spTgt spid="2">
                                            <p:txEl>
                                              <p:pRg st="1" end="1"/>
                                            </p:txEl>
                                          </p:spTgt>
                                        </p:tgtEl>
                                        <p:attrNameLst>
                                          <p:attrName>ppt_h</p:attrName>
                                        </p:attrNameLst>
                                      </p:cBhvr>
                                      <p:tavLst>
                                        <p:tav tm="0">
                                          <p:val>
                                            <p:strVal val="#ppt_h"/>
                                          </p:val>
                                        </p:tav>
                                        <p:tav tm="100000">
                                          <p:val>
                                            <p:strVal val="#ppt_h"/>
                                          </p:val>
                                        </p:tav>
                                      </p:tavLst>
                                    </p:anim>
                                  </p:childTnLst>
                                </p:cTn>
                              </p:par>
                              <p:par>
                                <p:cTn id="37" presetID="17" presetClass="entr" presetSubtype="10" fill="hold" nodeType="withEffect">
                                  <p:stCondLst>
                                    <p:cond delay="0"/>
                                  </p:stCondLst>
                                  <p:childTnLst>
                                    <p:set>
                                      <p:cBhvr>
                                        <p:cTn id="38" dur="1" fill="hold">
                                          <p:stCondLst>
                                            <p:cond delay="0"/>
                                          </p:stCondLst>
                                        </p:cTn>
                                        <p:tgtEl>
                                          <p:spTgt spid="10"/>
                                        </p:tgtEl>
                                        <p:attrNameLst>
                                          <p:attrName>style.visibility</p:attrName>
                                        </p:attrNameLst>
                                      </p:cBhvr>
                                      <p:to>
                                        <p:strVal val="visible"/>
                                      </p:to>
                                    </p:set>
                                    <p:anim calcmode="lin" valueType="num">
                                      <p:cBhvr>
                                        <p:cTn id="39" dur="500" fill="hold"/>
                                        <p:tgtEl>
                                          <p:spTgt spid="10"/>
                                        </p:tgtEl>
                                        <p:attrNameLst>
                                          <p:attrName>ppt_w</p:attrName>
                                        </p:attrNameLst>
                                      </p:cBhvr>
                                      <p:tavLst>
                                        <p:tav tm="0">
                                          <p:val>
                                            <p:fltVal val="0"/>
                                          </p:val>
                                        </p:tav>
                                        <p:tav tm="100000">
                                          <p:val>
                                            <p:strVal val="#ppt_w"/>
                                          </p:val>
                                        </p:tav>
                                      </p:tavLst>
                                    </p:anim>
                                    <p:anim calcmode="lin" valueType="num">
                                      <p:cBhvr>
                                        <p:cTn id="40" dur="500" fill="hold"/>
                                        <p:tgtEl>
                                          <p:spTgt spid="10"/>
                                        </p:tgtEl>
                                        <p:attrNameLst>
                                          <p:attrName>ppt_h</p:attrName>
                                        </p:attrNameLst>
                                      </p:cBhvr>
                                      <p:tavLst>
                                        <p:tav tm="0">
                                          <p:val>
                                            <p:strVal val="#ppt_h"/>
                                          </p:val>
                                        </p:tav>
                                        <p:tav tm="100000">
                                          <p:val>
                                            <p:strVal val="#ppt_h"/>
                                          </p:val>
                                        </p:tav>
                                      </p:tavLst>
                                    </p:anim>
                                  </p:childTnLst>
                                </p:cTn>
                              </p:par>
                            </p:childTnLst>
                          </p:cTn>
                        </p:par>
                      </p:childTnLst>
                    </p:cTn>
                  </p:par>
                  <p:par>
                    <p:cTn id="41" fill="hold">
                      <p:stCondLst>
                        <p:cond delay="indefinite"/>
                      </p:stCondLst>
                      <p:childTnLst>
                        <p:par>
                          <p:cTn id="42" fill="hold">
                            <p:stCondLst>
                              <p:cond delay="0"/>
                            </p:stCondLst>
                            <p:childTnLst>
                              <p:par>
                                <p:cTn id="43" presetID="2" presetClass="exit" presetSubtype="4" fill="hold" grpId="1" nodeType="clickEffect">
                                  <p:stCondLst>
                                    <p:cond delay="0"/>
                                  </p:stCondLst>
                                  <p:childTnLst>
                                    <p:anim calcmode="lin" valueType="num">
                                      <p:cBhvr additive="base">
                                        <p:cTn id="44" dur="500"/>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45" dur="500"/>
                                        <p:tgtEl>
                                          <p:spTgt spid="2">
                                            <p:txEl>
                                              <p:pRg st="0" end="0"/>
                                            </p:txEl>
                                          </p:spTgt>
                                        </p:tgtEl>
                                        <p:attrNameLst>
                                          <p:attrName>ppt_y</p:attrName>
                                        </p:attrNameLst>
                                      </p:cBhvr>
                                      <p:tavLst>
                                        <p:tav tm="0">
                                          <p:val>
                                            <p:strVal val="ppt_y"/>
                                          </p:val>
                                        </p:tav>
                                        <p:tav tm="100000">
                                          <p:val>
                                            <p:strVal val="1+ppt_h/2"/>
                                          </p:val>
                                        </p:tav>
                                      </p:tavLst>
                                    </p:anim>
                                    <p:set>
                                      <p:cBhvr>
                                        <p:cTn id="46" dur="1" fill="hold">
                                          <p:stCondLst>
                                            <p:cond delay="499"/>
                                          </p:stCondLst>
                                        </p:cTn>
                                        <p:tgtEl>
                                          <p:spTgt spid="2">
                                            <p:txEl>
                                              <p:pRg st="0" end="0"/>
                                            </p:txEl>
                                          </p:spTgt>
                                        </p:tgtEl>
                                        <p:attrNameLst>
                                          <p:attrName>style.visibility</p:attrName>
                                        </p:attrNameLst>
                                      </p:cBhvr>
                                      <p:to>
                                        <p:strVal val="hidden"/>
                                      </p:to>
                                    </p:set>
                                  </p:childTnLst>
                                </p:cTn>
                              </p:par>
                              <p:par>
                                <p:cTn id="47" presetID="2" presetClass="exit" presetSubtype="4" fill="hold" grpId="1" nodeType="withEffect">
                                  <p:stCondLst>
                                    <p:cond delay="0"/>
                                  </p:stCondLst>
                                  <p:childTnLst>
                                    <p:anim calcmode="lin" valueType="num">
                                      <p:cBhvr additive="base">
                                        <p:cTn id="48" dur="500"/>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49" dur="500"/>
                                        <p:tgtEl>
                                          <p:spTgt spid="2">
                                            <p:txEl>
                                              <p:pRg st="1" end="1"/>
                                            </p:txEl>
                                          </p:spTgt>
                                        </p:tgtEl>
                                        <p:attrNameLst>
                                          <p:attrName>ppt_y</p:attrName>
                                        </p:attrNameLst>
                                      </p:cBhvr>
                                      <p:tavLst>
                                        <p:tav tm="0">
                                          <p:val>
                                            <p:strVal val="ppt_y"/>
                                          </p:val>
                                        </p:tav>
                                        <p:tav tm="100000">
                                          <p:val>
                                            <p:strVal val="1+ppt_h/2"/>
                                          </p:val>
                                        </p:tav>
                                      </p:tavLst>
                                    </p:anim>
                                    <p:set>
                                      <p:cBhvr>
                                        <p:cTn id="50" dur="1" fill="hold">
                                          <p:stCondLst>
                                            <p:cond delay="499"/>
                                          </p:stCondLst>
                                        </p:cTn>
                                        <p:tgtEl>
                                          <p:spTgt spid="2">
                                            <p:txEl>
                                              <p:pRg st="1" end="1"/>
                                            </p:txEl>
                                          </p:spTgt>
                                        </p:tgtEl>
                                        <p:attrNameLst>
                                          <p:attrName>style.visibility</p:attrName>
                                        </p:attrNameLst>
                                      </p:cBhvr>
                                      <p:to>
                                        <p:strVal val="hidden"/>
                                      </p:to>
                                    </p:set>
                                  </p:childTnLst>
                                </p:cTn>
                              </p:par>
                              <p:par>
                                <p:cTn id="51" presetID="2" presetClass="exit" presetSubtype="4" fill="hold" nodeType="withEffect">
                                  <p:stCondLst>
                                    <p:cond delay="0"/>
                                  </p:stCondLst>
                                  <p:childTnLst>
                                    <p:anim calcmode="lin" valueType="num">
                                      <p:cBhvr additive="base">
                                        <p:cTn id="52" dur="500"/>
                                        <p:tgtEl>
                                          <p:spTgt spid="10"/>
                                        </p:tgtEl>
                                        <p:attrNameLst>
                                          <p:attrName>ppt_x</p:attrName>
                                        </p:attrNameLst>
                                      </p:cBhvr>
                                      <p:tavLst>
                                        <p:tav tm="0">
                                          <p:val>
                                            <p:strVal val="ppt_x"/>
                                          </p:val>
                                        </p:tav>
                                        <p:tav tm="100000">
                                          <p:val>
                                            <p:strVal val="ppt_x"/>
                                          </p:val>
                                        </p:tav>
                                      </p:tavLst>
                                    </p:anim>
                                    <p:anim calcmode="lin" valueType="num">
                                      <p:cBhvr additive="base">
                                        <p:cTn id="53" dur="500"/>
                                        <p:tgtEl>
                                          <p:spTgt spid="10"/>
                                        </p:tgtEl>
                                        <p:attrNameLst>
                                          <p:attrName>ppt_y</p:attrName>
                                        </p:attrNameLst>
                                      </p:cBhvr>
                                      <p:tavLst>
                                        <p:tav tm="0">
                                          <p:val>
                                            <p:strVal val="ppt_y"/>
                                          </p:val>
                                        </p:tav>
                                        <p:tav tm="100000">
                                          <p:val>
                                            <p:strVal val="1+ppt_h/2"/>
                                          </p:val>
                                        </p:tav>
                                      </p:tavLst>
                                    </p:anim>
                                    <p:set>
                                      <p:cBhvr>
                                        <p:cTn id="54" dur="1" fill="hold">
                                          <p:stCondLst>
                                            <p:cond delay="4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allAtOnce"/>
      <p:bldP spid="2" grpId="1" build="allAtOnce"/>
      <p:bldP spid="6" grpId="0"/>
      <p:bldP spid="6" grpId="1"/>
      <p:bldP spid="7" grpId="0"/>
      <p:bldP spid="7"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numéro de diapositive 4">
            <a:extLst>
              <a:ext uri="{FF2B5EF4-FFF2-40B4-BE49-F238E27FC236}">
                <a16:creationId xmlns:a16="http://schemas.microsoft.com/office/drawing/2014/main" id="{75E68E86-C133-7C5D-C969-EF5A79124D64}"/>
              </a:ext>
            </a:extLst>
          </p:cNvPr>
          <p:cNvSpPr>
            <a:spLocks noGrp="1"/>
          </p:cNvSpPr>
          <p:nvPr>
            <p:ph type="sldNum" sz="quarter" idx="12"/>
          </p:nvPr>
        </p:nvSpPr>
        <p:spPr/>
        <p:txBody>
          <a:bodyPr/>
          <a:lstStyle/>
          <a:p>
            <a:fld id="{4EFB72C0-99D3-44BB-B7E8-F5268695D5AA}" type="slidenum">
              <a:rPr lang="fr-FR" smtClean="0"/>
              <a:t>7</a:t>
            </a:fld>
            <a:endParaRPr lang="fr-FR"/>
          </a:p>
        </p:txBody>
      </p:sp>
      <p:sp>
        <p:nvSpPr>
          <p:cNvPr id="3" name="ZoneTexte 2">
            <a:extLst>
              <a:ext uri="{FF2B5EF4-FFF2-40B4-BE49-F238E27FC236}">
                <a16:creationId xmlns:a16="http://schemas.microsoft.com/office/drawing/2014/main" id="{EF033D79-9291-7EB9-430B-BDB7F527717F}"/>
              </a:ext>
            </a:extLst>
          </p:cNvPr>
          <p:cNvSpPr txBox="1"/>
          <p:nvPr/>
        </p:nvSpPr>
        <p:spPr>
          <a:xfrm>
            <a:off x="326457" y="0"/>
            <a:ext cx="11742344" cy="6657592"/>
          </a:xfrm>
          <a:prstGeom prst="rect">
            <a:avLst/>
          </a:prstGeom>
          <a:noFill/>
        </p:spPr>
        <p:txBody>
          <a:bodyPr wrap="square" rtlCol="0">
            <a:spAutoFit/>
          </a:bodyPr>
          <a:lstStyle/>
          <a:p>
            <a:pPr lvl="0" algn="just" defTabSz="914400" eaLnBrk="0" fontAlgn="base" hangingPunct="0">
              <a:lnSpc>
                <a:spcPct val="150000"/>
              </a:lnSpc>
              <a:spcBef>
                <a:spcPct val="0"/>
              </a:spcBef>
              <a:spcAft>
                <a:spcPct val="0"/>
              </a:spcAft>
              <a:buFontTx/>
              <a:buChar char="•"/>
            </a:pPr>
            <a:r>
              <a:rPr lang="fr-FR" altLang="fr-FR" dirty="0">
                <a:solidFill>
                  <a:srgbClr val="0A0A0A"/>
                </a:solidFill>
                <a:latin typeface="Bookman Old Style" panose="02050604050505020204" pitchFamily="18" charset="0"/>
              </a:rPr>
              <a:t>Vitesse de l'IA </a:t>
            </a:r>
            <a:r>
              <a:rPr lang="fr-FR" altLang="fr-FR" b="1" dirty="0">
                <a:solidFill>
                  <a:srgbClr val="0A0A0A"/>
                </a:solidFill>
                <a:latin typeface="Bookman Old Style" panose="02050604050505020204" pitchFamily="18" charset="0"/>
              </a:rPr>
              <a:t>:</a:t>
            </a:r>
            <a:r>
              <a:rPr lang="fr-FR" altLang="fr-FR" dirty="0">
                <a:solidFill>
                  <a:srgbClr val="0A0A0A"/>
                </a:solidFill>
                <a:latin typeface="Bookman Old Style" panose="02050604050505020204" pitchFamily="18" charset="0"/>
              </a:rPr>
              <a:t> </a:t>
            </a:r>
          </a:p>
          <a:p>
            <a:pPr lvl="0" algn="just" defTabSz="914400" eaLnBrk="0" fontAlgn="base" hangingPunct="0">
              <a:lnSpc>
                <a:spcPct val="150000"/>
              </a:lnSpc>
              <a:spcBef>
                <a:spcPct val="0"/>
              </a:spcBef>
              <a:spcAft>
                <a:spcPct val="0"/>
              </a:spcAft>
              <a:buFontTx/>
              <a:buChar char="•"/>
            </a:pPr>
            <a:r>
              <a:rPr lang="fr-FR" altLang="fr-FR" dirty="0">
                <a:solidFill>
                  <a:srgbClr val="0A0A0A"/>
                </a:solidFill>
                <a:latin typeface="Bookman Old Style" panose="02050604050505020204" pitchFamily="18" charset="0"/>
              </a:rPr>
              <a:t>Persistance du "vrai-faux</a:t>
            </a:r>
            <a:r>
              <a:rPr lang="fr-FR" altLang="fr-FR" b="1" dirty="0">
                <a:solidFill>
                  <a:srgbClr val="0A0A0A"/>
                </a:solidFill>
                <a:latin typeface="Bookman Old Style" panose="02050604050505020204" pitchFamily="18" charset="0"/>
              </a:rPr>
              <a:t>" </a:t>
            </a:r>
            <a:r>
              <a:rPr lang="fr-FR" altLang="fr-FR" dirty="0">
                <a:solidFill>
                  <a:srgbClr val="0A0A0A"/>
                </a:solidFill>
                <a:latin typeface="Bookman Old Style" panose="02050604050505020204" pitchFamily="18" charset="0"/>
              </a:rPr>
              <a:t> </a:t>
            </a:r>
          </a:p>
          <a:p>
            <a:pPr lvl="0" algn="just" defTabSz="914400" eaLnBrk="0" fontAlgn="base" hangingPunct="0">
              <a:lnSpc>
                <a:spcPct val="150000"/>
              </a:lnSpc>
              <a:spcBef>
                <a:spcPct val="0"/>
              </a:spcBef>
              <a:spcAft>
                <a:spcPct val="0"/>
              </a:spcAft>
              <a:buFontTx/>
              <a:buChar char="•"/>
            </a:pPr>
            <a:r>
              <a:rPr lang="fr-FR" altLang="fr-FR" dirty="0">
                <a:solidFill>
                  <a:srgbClr val="0A0A0A"/>
                </a:solidFill>
                <a:latin typeface="Bookman Old Style" panose="02050604050505020204" pitchFamily="18" charset="0"/>
              </a:rPr>
              <a:t>Légitimité</a:t>
            </a:r>
            <a:r>
              <a:rPr lang="fr-FR" altLang="fr-FR" b="1" dirty="0">
                <a:solidFill>
                  <a:srgbClr val="0A0A0A"/>
                </a:solidFill>
                <a:latin typeface="Bookman Old Style" panose="02050604050505020204" pitchFamily="18" charset="0"/>
              </a:rPr>
              <a:t> </a:t>
            </a:r>
            <a:r>
              <a:rPr lang="fr-FR" altLang="fr-FR" dirty="0">
                <a:solidFill>
                  <a:srgbClr val="0A0A0A"/>
                </a:solidFill>
                <a:latin typeface="Bookman Old Style" panose="02050604050505020204" pitchFamily="18" charset="0"/>
              </a:rPr>
              <a:t>  </a:t>
            </a:r>
          </a:p>
          <a:p>
            <a:pPr lvl="0" algn="just" defTabSz="914400">
              <a:lnSpc>
                <a:spcPct val="150000"/>
              </a:lnSpc>
            </a:pPr>
            <a:r>
              <a:rPr lang="fr-FR" altLang="fr-FR" b="1" dirty="0">
                <a:solidFill>
                  <a:srgbClr val="0A0A0A"/>
                </a:solidFill>
                <a:latin typeface="Bookman Old Style" panose="02050604050505020204" pitchFamily="18" charset="0"/>
              </a:rPr>
              <a:t> </a:t>
            </a:r>
            <a:r>
              <a:rPr lang="fr-FR" altLang="fr-FR" b="1" dirty="0">
                <a:solidFill>
                  <a:schemeClr val="accent4"/>
                </a:solidFill>
                <a:latin typeface="Bookman Old Style" panose="02050604050505020204" pitchFamily="18" charset="0"/>
              </a:rPr>
              <a:t>Partie II </a:t>
            </a:r>
            <a:r>
              <a:rPr lang="fr-FR" altLang="fr-FR" b="1" dirty="0">
                <a:solidFill>
                  <a:srgbClr val="0A0A0A"/>
                </a:solidFill>
                <a:latin typeface="Bookman Old Style" panose="02050604050505020204" pitchFamily="18" charset="0"/>
              </a:rPr>
              <a:t>: </a:t>
            </a:r>
            <a:r>
              <a:rPr lang="fr-FR" altLang="fr-FR" b="1" dirty="0">
                <a:solidFill>
                  <a:schemeClr val="accent4"/>
                </a:solidFill>
                <a:latin typeface="Bookman Old Style" panose="02050604050505020204" pitchFamily="18" charset="0"/>
              </a:rPr>
              <a:t>II-La communication de défense proactive </a:t>
            </a:r>
          </a:p>
          <a:p>
            <a:pPr lvl="0" algn="just" defTabSz="914400">
              <a:lnSpc>
                <a:spcPct val="150000"/>
              </a:lnSpc>
            </a:pPr>
            <a:r>
              <a:rPr lang="fr-FR" altLang="fr-FR" b="1" dirty="0">
                <a:solidFill>
                  <a:schemeClr val="accent4"/>
                </a:solidFill>
                <a:latin typeface="Bookman Old Style" panose="02050604050505020204" pitchFamily="18" charset="0"/>
              </a:rPr>
              <a:t>   </a:t>
            </a:r>
            <a:r>
              <a:rPr lang="fr-FR" altLang="fr-FR" b="1" dirty="0">
                <a:solidFill>
                  <a:schemeClr val="bg2">
                    <a:lumMod val="50000"/>
                  </a:schemeClr>
                </a:solidFill>
                <a:latin typeface="Bookman Old Style" panose="02050604050505020204" pitchFamily="18" charset="0"/>
              </a:rPr>
              <a:t>3. Application concrète dans la Défense</a:t>
            </a:r>
          </a:p>
          <a:p>
            <a:pPr lvl="0" algn="just" defTabSz="914400" eaLnBrk="0" fontAlgn="base" hangingPunct="0">
              <a:lnSpc>
                <a:spcPct val="150000"/>
              </a:lnSpc>
              <a:spcBef>
                <a:spcPct val="0"/>
              </a:spcBef>
              <a:spcAft>
                <a:spcPct val="0"/>
              </a:spcAft>
            </a:pPr>
            <a:r>
              <a:rPr lang="fr-FR" altLang="fr-FR" sz="1400" dirty="0">
                <a:solidFill>
                  <a:srgbClr val="0A0A0A"/>
                </a:solidFill>
                <a:latin typeface="Bookman Old Style" panose="02050604050505020204" pitchFamily="18" charset="0"/>
              </a:rPr>
              <a:t>Les ministères de la défense (comme le </a:t>
            </a:r>
            <a:r>
              <a:rPr lang="fr-FR" altLang="fr-FR" sz="1400" b="1" dirty="0">
                <a:solidFill>
                  <a:srgbClr val="0A0A0A"/>
                </a:solidFill>
                <a:latin typeface="Bookman Old Style" panose="02050604050505020204" pitchFamily="18" charset="0"/>
              </a:rPr>
              <a:t>MINDEF</a:t>
            </a:r>
            <a:r>
              <a:rPr lang="fr-FR" altLang="fr-FR" sz="1400" dirty="0">
                <a:solidFill>
                  <a:srgbClr val="0A0A0A"/>
                </a:solidFill>
                <a:latin typeface="Bookman Old Style" panose="02050604050505020204" pitchFamily="18" charset="0"/>
              </a:rPr>
              <a:t> au Cameroun ou le </a:t>
            </a:r>
            <a:r>
              <a:rPr lang="fr-FR" altLang="fr-FR" sz="1400" b="1" dirty="0">
                <a:solidFill>
                  <a:srgbClr val="0A0A0A"/>
                </a:solidFill>
                <a:latin typeface="Bookman Old Style" panose="02050604050505020204" pitchFamily="18" charset="0"/>
              </a:rPr>
              <a:t>Ministère des Armées</a:t>
            </a:r>
            <a:r>
              <a:rPr lang="fr-FR" altLang="fr-FR" sz="1400" dirty="0">
                <a:solidFill>
                  <a:srgbClr val="0A0A0A"/>
                </a:solidFill>
                <a:latin typeface="Bookman Old Style" panose="02050604050505020204" pitchFamily="18" charset="0"/>
              </a:rPr>
              <a:t> en France) intègrent cette stratégie via :</a:t>
            </a:r>
            <a:endParaRPr lang="fr-FR" altLang="fr-FR" sz="1400" dirty="0">
              <a:latin typeface="Bookman Old Style" panose="02050604050505020204" pitchFamily="18" charset="0"/>
            </a:endParaRPr>
          </a:p>
          <a:p>
            <a:pPr lvl="0" algn="just" defTabSz="914400" eaLnBrk="0" fontAlgn="base" hangingPunct="0">
              <a:lnSpc>
                <a:spcPct val="150000"/>
              </a:lnSpc>
              <a:spcBef>
                <a:spcPct val="0"/>
              </a:spcBef>
              <a:spcAft>
                <a:spcPct val="0"/>
              </a:spcAft>
              <a:buFontTx/>
              <a:buChar char="•"/>
            </a:pPr>
            <a:r>
              <a:rPr lang="fr-FR" altLang="fr-FR" sz="1400" b="1" dirty="0">
                <a:solidFill>
                  <a:srgbClr val="0A0A0A"/>
                </a:solidFill>
                <a:latin typeface="Bookman Old Style" panose="02050604050505020204" pitchFamily="18" charset="0"/>
              </a:rPr>
              <a:t>Campagnes de sensibilisation </a:t>
            </a:r>
            <a:r>
              <a:rPr lang="fr-FR" altLang="fr-FR" sz="1400" dirty="0">
                <a:solidFill>
                  <a:srgbClr val="0A0A0A"/>
                </a:solidFill>
                <a:latin typeface="Bookman Old Style" panose="02050604050505020204" pitchFamily="18" charset="0"/>
              </a:rPr>
              <a:t> </a:t>
            </a:r>
          </a:p>
          <a:p>
            <a:pPr lvl="0" algn="just" defTabSz="914400" eaLnBrk="0" fontAlgn="base" hangingPunct="0">
              <a:lnSpc>
                <a:spcPct val="150000"/>
              </a:lnSpc>
              <a:spcBef>
                <a:spcPct val="0"/>
              </a:spcBef>
              <a:spcAft>
                <a:spcPct val="0"/>
              </a:spcAft>
              <a:buFontTx/>
              <a:buChar char="•"/>
            </a:pPr>
            <a:r>
              <a:rPr lang="fr-FR" altLang="fr-FR" sz="1400" b="1" dirty="0">
                <a:solidFill>
                  <a:srgbClr val="0A0A0A"/>
                </a:solidFill>
                <a:latin typeface="Bookman Old Style" panose="02050604050505020204" pitchFamily="18" charset="0"/>
              </a:rPr>
              <a:t>Transparence radicale </a:t>
            </a:r>
            <a:r>
              <a:rPr lang="fr-FR" altLang="fr-FR" sz="1400" dirty="0">
                <a:solidFill>
                  <a:srgbClr val="0A0A0A"/>
                </a:solidFill>
                <a:latin typeface="Bookman Old Style" panose="02050604050505020204" pitchFamily="18" charset="0"/>
              </a:rPr>
              <a:t> </a:t>
            </a:r>
          </a:p>
          <a:p>
            <a:pPr lvl="0" algn="just" defTabSz="914400" eaLnBrk="0" fontAlgn="base" hangingPunct="0">
              <a:lnSpc>
                <a:spcPct val="150000"/>
              </a:lnSpc>
              <a:spcBef>
                <a:spcPct val="0"/>
              </a:spcBef>
              <a:spcAft>
                <a:spcPct val="0"/>
              </a:spcAft>
              <a:buFontTx/>
              <a:buChar char="•"/>
            </a:pPr>
            <a:r>
              <a:rPr lang="fr-FR" altLang="fr-FR" sz="1400" b="1" dirty="0">
                <a:solidFill>
                  <a:srgbClr val="0A0A0A"/>
                </a:solidFill>
                <a:latin typeface="Bookman Old Style" panose="02050604050505020204" pitchFamily="18" charset="0"/>
              </a:rPr>
              <a:t>Éducation aux médias </a:t>
            </a:r>
            <a:r>
              <a:rPr lang="fr-FR" altLang="fr-FR" sz="1400" dirty="0">
                <a:solidFill>
                  <a:srgbClr val="0A0A0A"/>
                </a:solidFill>
                <a:latin typeface="Bookman Old Style" panose="02050604050505020204" pitchFamily="18" charset="0"/>
              </a:rPr>
              <a:t> </a:t>
            </a:r>
          </a:p>
          <a:p>
            <a:pPr lvl="0" algn="just" defTabSz="914400" eaLnBrk="0" fontAlgn="base" hangingPunct="0">
              <a:lnSpc>
                <a:spcPct val="150000"/>
              </a:lnSpc>
              <a:spcBef>
                <a:spcPct val="0"/>
              </a:spcBef>
              <a:spcAft>
                <a:spcPct val="0"/>
              </a:spcAft>
              <a:buFontTx/>
              <a:buChar char="•"/>
            </a:pPr>
            <a:r>
              <a:rPr lang="fr-FR" altLang="fr-FR" sz="1400" dirty="0">
                <a:solidFill>
                  <a:srgbClr val="0A0A0A"/>
                </a:solidFill>
                <a:latin typeface="Bookman Old Style" panose="02050604050505020204" pitchFamily="18" charset="0"/>
              </a:rPr>
              <a:t>En résumé, le </a:t>
            </a:r>
            <a:r>
              <a:rPr lang="fr-FR" altLang="fr-FR" sz="1400" dirty="0" err="1">
                <a:solidFill>
                  <a:srgbClr val="0A0A0A"/>
                </a:solidFill>
                <a:latin typeface="Bookman Old Style" panose="02050604050505020204" pitchFamily="18" charset="0"/>
              </a:rPr>
              <a:t>pre-bunking</a:t>
            </a:r>
            <a:r>
              <a:rPr lang="fr-FR" altLang="fr-FR" sz="1400" dirty="0">
                <a:solidFill>
                  <a:srgbClr val="0A0A0A"/>
                </a:solidFill>
                <a:latin typeface="Bookman Old Style" panose="02050604050505020204" pitchFamily="18" charset="0"/>
              </a:rPr>
              <a:t> transforme la communication de défense d'une posture de</a:t>
            </a:r>
            <a:r>
              <a:rPr lang="fr-FR" sz="1400" dirty="0">
                <a:solidFill>
                  <a:srgbClr val="0A0A0A"/>
                </a:solidFill>
                <a:latin typeface="Bookman Old Style" panose="02050604050505020204" pitchFamily="18" charset="0"/>
              </a:rPr>
              <a:t> réaction (répondre aux attaques) </a:t>
            </a:r>
            <a:endParaRPr lang="fr-FR" altLang="fr-FR" sz="1400" dirty="0">
              <a:solidFill>
                <a:srgbClr val="0A0A0A"/>
              </a:solidFill>
              <a:latin typeface="Bookman Old Style" panose="02050604050505020204" pitchFamily="18" charset="0"/>
            </a:endParaRPr>
          </a:p>
          <a:p>
            <a:pPr algn="just">
              <a:lnSpc>
                <a:spcPct val="150000"/>
              </a:lnSpc>
            </a:pPr>
            <a:r>
              <a:rPr lang="fr-FR" sz="1400" dirty="0">
                <a:solidFill>
                  <a:srgbClr val="0A0A0A"/>
                </a:solidFill>
                <a:latin typeface="Bookman Old Style" panose="02050604050505020204" pitchFamily="18" charset="0"/>
              </a:rPr>
              <a:t>en une posture d'</a:t>
            </a:r>
            <a:r>
              <a:rPr lang="fr-FR" sz="1400" b="1" dirty="0">
                <a:solidFill>
                  <a:srgbClr val="0A0A0A"/>
                </a:solidFill>
                <a:latin typeface="Bookman Old Style" panose="02050604050505020204" pitchFamily="18" charset="0"/>
              </a:rPr>
              <a:t>initiative stratégique</a:t>
            </a:r>
            <a:r>
              <a:rPr lang="fr-FR" sz="1400" dirty="0">
                <a:solidFill>
                  <a:srgbClr val="0A0A0A"/>
                </a:solidFill>
                <a:latin typeface="Bookman Old Style" panose="02050604050505020204" pitchFamily="18" charset="0"/>
              </a:rPr>
              <a:t>, où l'on arme le citoyen pour qu'il devienne son propre bouclier contre la guerre cognitive.</a:t>
            </a:r>
          </a:p>
          <a:p>
            <a:pPr lvl="0" algn="just" defTabSz="914400" eaLnBrk="0" fontAlgn="base" hangingPunct="0">
              <a:lnSpc>
                <a:spcPct val="150000"/>
              </a:lnSpc>
              <a:spcBef>
                <a:spcPct val="0"/>
              </a:spcBef>
              <a:spcAft>
                <a:spcPct val="0"/>
              </a:spcAft>
            </a:pPr>
            <a:r>
              <a:rPr lang="fr-FR" altLang="fr-FR" sz="1400" dirty="0">
                <a:solidFill>
                  <a:srgbClr val="0A0A0A"/>
                </a:solidFill>
                <a:latin typeface="Bookman Old Style" panose="02050604050505020204" pitchFamily="18" charset="0"/>
              </a:rPr>
              <a:t>En 2026, l'outil technique ne se limite plus à un simple logiciel, mais devient un bouclier intégré au service de l'image de défense. Pour les forces armées (comme le MINDEF au Cameroun), la technologie agit à trois niveaux </a:t>
            </a:r>
          </a:p>
          <a:p>
            <a:pPr lvl="0" algn="just" defTabSz="914400" eaLnBrk="0" fontAlgn="base" hangingPunct="0">
              <a:lnSpc>
                <a:spcPct val="150000"/>
              </a:lnSpc>
              <a:spcBef>
                <a:spcPct val="0"/>
              </a:spcBef>
              <a:spcAft>
                <a:spcPct val="0"/>
              </a:spcAft>
            </a:pPr>
            <a:r>
              <a:rPr lang="fr-FR" altLang="fr-FR" sz="1400" dirty="0">
                <a:solidFill>
                  <a:srgbClr val="0A0A0A"/>
                </a:solidFill>
                <a:latin typeface="Bookman Old Style" panose="02050604050505020204" pitchFamily="18" charset="0"/>
              </a:rPr>
              <a:t> </a:t>
            </a:r>
            <a:r>
              <a:rPr lang="fr-FR" altLang="fr-FR" sz="1400" b="1" dirty="0">
                <a:solidFill>
                  <a:srgbClr val="0A0A0A"/>
                </a:solidFill>
                <a:latin typeface="Bookman Old Style" panose="02050604050505020204" pitchFamily="18" charset="0"/>
              </a:rPr>
              <a:t>l'authentification</a:t>
            </a:r>
            <a:r>
              <a:rPr lang="fr-FR" altLang="fr-FR" sz="1400" dirty="0">
                <a:solidFill>
                  <a:srgbClr val="0A0A0A"/>
                </a:solidFill>
                <a:latin typeface="Bookman Old Style" panose="02050604050505020204" pitchFamily="18" charset="0"/>
              </a:rPr>
              <a:t>, </a:t>
            </a:r>
            <a:r>
              <a:rPr lang="fr-FR" altLang="fr-FR" sz="1400" b="1" dirty="0">
                <a:solidFill>
                  <a:srgbClr val="0A0A0A"/>
                </a:solidFill>
                <a:latin typeface="Bookman Old Style" panose="02050604050505020204" pitchFamily="18" charset="0"/>
              </a:rPr>
              <a:t>le camouflage numérique</a:t>
            </a:r>
            <a:r>
              <a:rPr lang="fr-FR" altLang="fr-FR" sz="1400" dirty="0">
                <a:solidFill>
                  <a:srgbClr val="0A0A0A"/>
                </a:solidFill>
                <a:latin typeface="Bookman Old Style" panose="02050604050505020204" pitchFamily="18" charset="0"/>
              </a:rPr>
              <a:t> et </a:t>
            </a:r>
            <a:r>
              <a:rPr lang="fr-FR" altLang="fr-FR" sz="1400" b="1" dirty="0">
                <a:solidFill>
                  <a:srgbClr val="0A0A0A"/>
                </a:solidFill>
                <a:latin typeface="Bookman Old Style" panose="02050604050505020204" pitchFamily="18" charset="0"/>
              </a:rPr>
              <a:t>la détection.</a:t>
            </a:r>
            <a:endParaRPr lang="fr-FR" altLang="fr-FR" sz="1400" dirty="0">
              <a:solidFill>
                <a:srgbClr val="0A0A0A"/>
              </a:solidFill>
              <a:latin typeface="Bookman Old Style" panose="02050604050505020204" pitchFamily="18" charset="0"/>
            </a:endParaRPr>
          </a:p>
          <a:p>
            <a:pPr lvl="0" algn="just" defTabSz="914400">
              <a:lnSpc>
                <a:spcPct val="150000"/>
              </a:lnSpc>
            </a:pPr>
            <a:r>
              <a:rPr lang="fr-FR" altLang="fr-FR" sz="1400" b="1" dirty="0">
                <a:solidFill>
                  <a:srgbClr val="0A0A0A"/>
                </a:solidFill>
                <a:latin typeface="Bookman Old Style" panose="02050604050505020204" pitchFamily="18" charset="0"/>
              </a:rPr>
              <a:t>La Surveillance par IA et Détection de </a:t>
            </a:r>
            <a:r>
              <a:rPr lang="fr-FR" altLang="fr-FR" sz="1400" b="1" dirty="0" err="1">
                <a:solidFill>
                  <a:srgbClr val="0A0A0A"/>
                </a:solidFill>
                <a:latin typeface="Bookman Old Style" panose="02050604050505020204" pitchFamily="18" charset="0"/>
              </a:rPr>
              <a:t>Deepfakes</a:t>
            </a:r>
            <a:endParaRPr lang="fr-FR" altLang="fr-FR" sz="1400" dirty="0">
              <a:latin typeface="Bookman Old Style" panose="02050604050505020204" pitchFamily="18" charset="0"/>
            </a:endParaRPr>
          </a:p>
          <a:p>
            <a:pPr lvl="0" algn="just" defTabSz="914400">
              <a:lnSpc>
                <a:spcPct val="150000"/>
              </a:lnSpc>
            </a:pPr>
            <a:r>
              <a:rPr lang="fr-FR" altLang="fr-FR" sz="1400" dirty="0">
                <a:solidFill>
                  <a:srgbClr val="0A0A0A"/>
                </a:solidFill>
                <a:latin typeface="Bookman Old Style" panose="02050604050505020204" pitchFamily="18" charset="0"/>
              </a:rPr>
              <a:t>Le MINDEF et l'ANTIC s'appuient sur des plateformes de veille automatisées :</a:t>
            </a:r>
            <a:endParaRPr lang="fr-FR" altLang="fr-FR" sz="1400" dirty="0">
              <a:latin typeface="Bookman Old Style" panose="02050604050505020204" pitchFamily="18" charset="0"/>
            </a:endParaRPr>
          </a:p>
          <a:p>
            <a:pPr lvl="0" algn="just" defTabSz="914400">
              <a:lnSpc>
                <a:spcPct val="150000"/>
              </a:lnSpc>
              <a:buFontTx/>
              <a:buChar char="•"/>
            </a:pPr>
            <a:r>
              <a:rPr lang="fr-FR" altLang="fr-FR" sz="1400" b="1" dirty="0">
                <a:solidFill>
                  <a:srgbClr val="0A0A0A"/>
                </a:solidFill>
                <a:latin typeface="Bookman Old Style" panose="02050604050505020204" pitchFamily="18" charset="0"/>
              </a:rPr>
              <a:t>Social </a:t>
            </a:r>
            <a:r>
              <a:rPr lang="fr-FR" altLang="fr-FR" sz="1400" b="1" dirty="0" err="1">
                <a:solidFill>
                  <a:srgbClr val="0A0A0A"/>
                </a:solidFill>
                <a:latin typeface="Bookman Old Style" panose="02050604050505020204" pitchFamily="18" charset="0"/>
              </a:rPr>
              <a:t>Listening</a:t>
            </a:r>
            <a:r>
              <a:rPr lang="fr-FR" altLang="fr-FR" sz="1400" b="1" dirty="0">
                <a:solidFill>
                  <a:srgbClr val="0A0A0A"/>
                </a:solidFill>
                <a:latin typeface="Bookman Old Style" panose="02050604050505020204" pitchFamily="18" charset="0"/>
              </a:rPr>
              <a:t> (</a:t>
            </a:r>
            <a:r>
              <a:rPr lang="fr-FR" altLang="fr-FR" sz="1400" b="1" dirty="0" err="1">
                <a:solidFill>
                  <a:srgbClr val="0A0A0A"/>
                </a:solidFill>
                <a:latin typeface="Bookman Old Style" panose="02050604050505020204" pitchFamily="18" charset="0"/>
              </a:rPr>
              <a:t>Meltwater</a:t>
            </a:r>
            <a:r>
              <a:rPr lang="fr-FR" altLang="fr-FR" sz="1400" b="1" dirty="0">
                <a:solidFill>
                  <a:srgbClr val="0A0A0A"/>
                </a:solidFill>
                <a:latin typeface="Bookman Old Style" panose="02050604050505020204" pitchFamily="18" charset="0"/>
              </a:rPr>
              <a:t>/</a:t>
            </a:r>
            <a:r>
              <a:rPr lang="fr-FR" altLang="fr-FR" sz="1400" b="1" dirty="0" err="1">
                <a:solidFill>
                  <a:srgbClr val="0A0A0A"/>
                </a:solidFill>
                <a:latin typeface="Bookman Old Style" panose="02050604050505020204" pitchFamily="18" charset="0"/>
              </a:rPr>
              <a:t>Brandwatch</a:t>
            </a:r>
            <a:r>
              <a:rPr lang="fr-FR" altLang="fr-FR" sz="1400" b="1" dirty="0">
                <a:solidFill>
                  <a:srgbClr val="0A0A0A"/>
                </a:solidFill>
                <a:latin typeface="Bookman Old Style" panose="02050604050505020204" pitchFamily="18" charset="0"/>
              </a:rPr>
              <a:t>) :</a:t>
            </a:r>
            <a:r>
              <a:rPr lang="fr-FR" altLang="fr-FR" sz="1400" dirty="0">
                <a:solidFill>
                  <a:srgbClr val="0A0A0A"/>
                </a:solidFill>
                <a:latin typeface="Bookman Old Style" panose="02050604050505020204" pitchFamily="18" charset="0"/>
              </a:rPr>
              <a:t> </a:t>
            </a:r>
          </a:p>
          <a:p>
            <a:pPr lvl="0" algn="just" defTabSz="914400">
              <a:lnSpc>
                <a:spcPct val="150000"/>
              </a:lnSpc>
              <a:buFontTx/>
              <a:buChar char="•"/>
            </a:pPr>
            <a:r>
              <a:rPr lang="fr-FR" altLang="fr-FR" sz="1400" b="1" dirty="0">
                <a:solidFill>
                  <a:srgbClr val="0A0A0A"/>
                </a:solidFill>
                <a:latin typeface="Bookman Old Style" panose="02050604050505020204" pitchFamily="18" charset="0"/>
              </a:rPr>
              <a:t>Outils Forensiques (Reality Defender/</a:t>
            </a:r>
            <a:r>
              <a:rPr lang="fr-FR" altLang="fr-FR" sz="1400" b="1" dirty="0" err="1">
                <a:solidFill>
                  <a:srgbClr val="0A0A0A"/>
                </a:solidFill>
                <a:latin typeface="Bookman Old Style" panose="02050604050505020204" pitchFamily="18" charset="0"/>
              </a:rPr>
              <a:t>Copyleaks</a:t>
            </a:r>
            <a:r>
              <a:rPr lang="fr-FR" altLang="fr-FR" sz="1400" b="1" dirty="0">
                <a:solidFill>
                  <a:srgbClr val="0A0A0A"/>
                </a:solidFill>
                <a:latin typeface="Bookman Old Style" panose="02050604050505020204" pitchFamily="18" charset="0"/>
              </a:rPr>
              <a:t>) </a:t>
            </a:r>
            <a:r>
              <a:rPr lang="fr-FR" altLang="fr-FR" sz="1400" dirty="0">
                <a:solidFill>
                  <a:srgbClr val="0A0A0A"/>
                </a:solidFill>
                <a:latin typeface="Bookman Old Style" panose="02050604050505020204" pitchFamily="18" charset="0"/>
              </a:rPr>
              <a:t> </a:t>
            </a:r>
            <a:endParaRPr lang="fr-FR" altLang="fr-FR" sz="1400" dirty="0">
              <a:latin typeface="Arial" panose="020B0604020202020204" pitchFamily="34" charset="0"/>
            </a:endParaRPr>
          </a:p>
          <a:p>
            <a:pPr algn="just">
              <a:lnSpc>
                <a:spcPct val="150000"/>
              </a:lnSpc>
            </a:pPr>
            <a:endParaRPr lang="fr-FR" sz="1400" dirty="0">
              <a:latin typeface="Bookman Old Style" panose="02050604050505020204" pitchFamily="18" charset="0"/>
            </a:endParaRPr>
          </a:p>
        </p:txBody>
      </p:sp>
    </p:spTree>
    <p:extLst>
      <p:ext uri="{BB962C8B-B14F-4D97-AF65-F5344CB8AC3E}">
        <p14:creationId xmlns:p14="http://schemas.microsoft.com/office/powerpoint/2010/main" val="2264990627"/>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4A5BD0D8-04B9-B4D0-9C2E-D808184C3FD7}"/>
              </a:ext>
            </a:extLst>
          </p:cNvPr>
          <p:cNvSpPr>
            <a:spLocks noGrp="1"/>
          </p:cNvSpPr>
          <p:nvPr>
            <p:ph idx="4294967295"/>
          </p:nvPr>
        </p:nvSpPr>
        <p:spPr>
          <a:xfrm>
            <a:off x="343159" y="-1"/>
            <a:ext cx="11741458" cy="6264147"/>
          </a:xfrm>
          <a:prstGeom prst="rect">
            <a:avLst/>
          </a:prstGeom>
        </p:spPr>
        <p:txBody>
          <a:bodyPr>
            <a:normAutofit/>
          </a:bodyPr>
          <a:lstStyle/>
          <a:p>
            <a:pPr marL="0" lvl="0" indent="0" eaLnBrk="0" fontAlgn="base" hangingPunct="0">
              <a:lnSpc>
                <a:spcPct val="150000"/>
              </a:lnSpc>
              <a:spcBef>
                <a:spcPct val="0"/>
              </a:spcBef>
              <a:spcAft>
                <a:spcPct val="0"/>
              </a:spcAft>
              <a:buNone/>
            </a:pPr>
            <a:r>
              <a:rPr lang="fr-FR" altLang="fr-FR" sz="2000" b="1" dirty="0">
                <a:solidFill>
                  <a:schemeClr val="accent4"/>
                </a:solidFill>
                <a:latin typeface="Bookman Old Style" panose="02050604050505020204" pitchFamily="18" charset="0"/>
              </a:rPr>
              <a:t>Partie III </a:t>
            </a:r>
            <a:r>
              <a:rPr lang="fr-FR" altLang="fr-FR" sz="3600" b="1" dirty="0">
                <a:solidFill>
                  <a:schemeClr val="accent4"/>
                </a:solidFill>
                <a:latin typeface="Bookman Old Style" panose="02050604050505020204" pitchFamily="18" charset="0"/>
              </a:rPr>
              <a:t>: </a:t>
            </a:r>
            <a:r>
              <a:rPr lang="fr-FR" altLang="fr-FR" sz="1800" b="1" dirty="0">
                <a:solidFill>
                  <a:schemeClr val="accent4"/>
                </a:solidFill>
                <a:latin typeface="Bookman Old Style" panose="02050604050505020204" pitchFamily="18" charset="0"/>
              </a:rPr>
              <a:t>Les Défis Persistants et les Perspectives d'Amélioration</a:t>
            </a:r>
            <a:endParaRPr lang="fr-FR" altLang="fr-FR" sz="1800" dirty="0">
              <a:solidFill>
                <a:schemeClr val="accent4"/>
              </a:solidFill>
              <a:latin typeface="Bookman Old Style" panose="02050604050505020204" pitchFamily="18" charset="0"/>
            </a:endParaRPr>
          </a:p>
          <a:p>
            <a:pPr marL="0" lvl="0" indent="0" algn="just" eaLnBrk="0" fontAlgn="base" hangingPunct="0">
              <a:lnSpc>
                <a:spcPct val="150000"/>
              </a:lnSpc>
              <a:spcBef>
                <a:spcPct val="0"/>
              </a:spcBef>
              <a:spcAft>
                <a:spcPct val="0"/>
              </a:spcAft>
              <a:buNone/>
            </a:pPr>
            <a:r>
              <a:rPr lang="fr-FR" altLang="fr-FR" sz="2000" b="1" dirty="0">
                <a:solidFill>
                  <a:srgbClr val="0A0A0A"/>
                </a:solidFill>
                <a:latin typeface="Bookman Old Style" panose="02050604050505020204" pitchFamily="18" charset="0"/>
              </a:rPr>
              <a:t>A.</a:t>
            </a:r>
            <a:r>
              <a:rPr lang="fr-FR" altLang="fr-FR" b="1" dirty="0">
                <a:solidFill>
                  <a:srgbClr val="0A0A0A"/>
                </a:solidFill>
                <a:latin typeface="Bookman Old Style" panose="02050604050505020204" pitchFamily="18" charset="0"/>
              </a:rPr>
              <a:t> </a:t>
            </a:r>
            <a:r>
              <a:rPr lang="fr-FR" altLang="fr-FR" sz="1600" b="1" dirty="0">
                <a:solidFill>
                  <a:srgbClr val="0A0A0A"/>
                </a:solidFill>
                <a:latin typeface="Bookman Old Style" panose="02050604050505020204" pitchFamily="18" charset="0"/>
              </a:rPr>
              <a:t>Le facteur humain </a:t>
            </a:r>
            <a:r>
              <a:rPr lang="fr-FR" altLang="fr-FR" sz="1600" dirty="0">
                <a:solidFill>
                  <a:srgbClr val="0A0A0A"/>
                </a:solidFill>
                <a:latin typeface="Bookman Old Style" panose="02050604050505020204" pitchFamily="18" charset="0"/>
              </a:rPr>
              <a:t> </a:t>
            </a:r>
            <a:endParaRPr lang="fr-FR" altLang="fr-FR" sz="1600" dirty="0">
              <a:latin typeface="Bookman Old Style" panose="02050604050505020204" pitchFamily="18" charset="0"/>
            </a:endParaRPr>
          </a:p>
          <a:p>
            <a:pPr marL="0" lvl="0" indent="0" algn="just" eaLnBrk="0" fontAlgn="base" hangingPunct="0">
              <a:lnSpc>
                <a:spcPct val="150000"/>
              </a:lnSpc>
              <a:spcBef>
                <a:spcPct val="0"/>
              </a:spcBef>
              <a:spcAft>
                <a:spcPct val="0"/>
              </a:spcAft>
              <a:buNone/>
            </a:pPr>
            <a:r>
              <a:rPr lang="fr-FR" altLang="fr-FR" sz="1600" b="1" dirty="0">
                <a:solidFill>
                  <a:srgbClr val="0A0A0A"/>
                </a:solidFill>
                <a:latin typeface="Bookman Old Style" panose="02050604050505020204" pitchFamily="18" charset="0"/>
              </a:rPr>
              <a:t>1. Les Défis Persistants du Facteur Humain</a:t>
            </a:r>
            <a:endParaRPr lang="fr-FR" altLang="fr-FR" sz="1600" dirty="0">
              <a:latin typeface="Bookman Old Style" panose="02050604050505020204" pitchFamily="18" charset="0"/>
            </a:endParaRPr>
          </a:p>
          <a:p>
            <a:pPr marL="0" lvl="0" indent="0" algn="just" eaLnBrk="0" fontAlgn="base" hangingPunct="0">
              <a:lnSpc>
                <a:spcPct val="150000"/>
              </a:lnSpc>
              <a:spcBef>
                <a:spcPct val="0"/>
              </a:spcBef>
              <a:spcAft>
                <a:spcPct val="0"/>
              </a:spcAft>
              <a:buFontTx/>
              <a:buChar char="•"/>
            </a:pPr>
            <a:r>
              <a:rPr lang="fr-FR" altLang="fr-FR" sz="1600" b="1" dirty="0">
                <a:solidFill>
                  <a:srgbClr val="0A0A0A"/>
                </a:solidFill>
                <a:latin typeface="Bookman Old Style" panose="02050604050505020204" pitchFamily="18" charset="0"/>
              </a:rPr>
              <a:t>Le Biais de Confirmation :</a:t>
            </a:r>
            <a:r>
              <a:rPr lang="fr-FR" altLang="fr-FR" sz="1600" dirty="0">
                <a:solidFill>
                  <a:srgbClr val="0A0A0A"/>
                </a:solidFill>
                <a:latin typeface="Bookman Old Style" panose="02050604050505020204" pitchFamily="18" charset="0"/>
              </a:rPr>
              <a:t> </a:t>
            </a:r>
          </a:p>
          <a:p>
            <a:pPr marL="0" lvl="0" indent="0" algn="just" eaLnBrk="0" fontAlgn="base" hangingPunct="0">
              <a:lnSpc>
                <a:spcPct val="150000"/>
              </a:lnSpc>
              <a:spcBef>
                <a:spcPct val="0"/>
              </a:spcBef>
              <a:spcAft>
                <a:spcPct val="0"/>
              </a:spcAft>
              <a:buFontTx/>
              <a:buChar char="•"/>
            </a:pPr>
            <a:r>
              <a:rPr lang="fr-FR" altLang="fr-FR" sz="1600" b="1" dirty="0">
                <a:solidFill>
                  <a:srgbClr val="0A0A0A"/>
                </a:solidFill>
                <a:latin typeface="Bookman Old Style" panose="02050604050505020204" pitchFamily="18" charset="0"/>
              </a:rPr>
              <a:t>La "Fatigue de la Vérité" :</a:t>
            </a:r>
            <a:r>
              <a:rPr lang="fr-FR" altLang="fr-FR" sz="1600" dirty="0">
                <a:solidFill>
                  <a:srgbClr val="0A0A0A"/>
                </a:solidFill>
                <a:latin typeface="Bookman Old Style" panose="02050604050505020204" pitchFamily="18" charset="0"/>
              </a:rPr>
              <a:t> </a:t>
            </a:r>
            <a:r>
              <a:rPr lang="fr-FR" altLang="fr-FR" sz="1600" b="1" dirty="0">
                <a:solidFill>
                  <a:srgbClr val="0A0A0A"/>
                </a:solidFill>
                <a:latin typeface="Bookman Old Style" panose="02050604050505020204" pitchFamily="18" charset="0"/>
              </a:rPr>
              <a:t>L'Indiscipline Numérique (Shadow </a:t>
            </a:r>
            <a:r>
              <a:rPr lang="fr-FR" altLang="fr-FR" sz="1600" b="1" dirty="0" err="1">
                <a:solidFill>
                  <a:srgbClr val="0A0A0A"/>
                </a:solidFill>
                <a:latin typeface="Bookman Old Style" panose="02050604050505020204" pitchFamily="18" charset="0"/>
              </a:rPr>
              <a:t>Comms</a:t>
            </a:r>
            <a:r>
              <a:rPr lang="fr-FR" altLang="fr-FR" sz="1600" b="1" dirty="0">
                <a:solidFill>
                  <a:srgbClr val="0A0A0A"/>
                </a:solidFill>
                <a:latin typeface="Bookman Old Style" panose="02050604050505020204" pitchFamily="18" charset="0"/>
              </a:rPr>
              <a:t>) :</a:t>
            </a:r>
            <a:r>
              <a:rPr lang="fr-FR" altLang="fr-FR" sz="1600" dirty="0">
                <a:solidFill>
                  <a:srgbClr val="0A0A0A"/>
                </a:solidFill>
                <a:latin typeface="Bookman Old Style" panose="02050604050505020204" pitchFamily="18" charset="0"/>
              </a:rPr>
              <a:t> </a:t>
            </a:r>
          </a:p>
          <a:p>
            <a:pPr marL="0" lvl="0" indent="0" algn="just" defTabSz="914400" eaLnBrk="0" fontAlgn="base" hangingPunct="0">
              <a:lnSpc>
                <a:spcPct val="150000"/>
              </a:lnSpc>
              <a:spcBef>
                <a:spcPct val="0"/>
              </a:spcBef>
              <a:spcAft>
                <a:spcPct val="0"/>
              </a:spcAft>
              <a:buClrTx/>
              <a:buSzTx/>
              <a:buNone/>
            </a:pPr>
            <a:r>
              <a:rPr lang="fr-FR" altLang="fr-FR" sz="1600" b="1" dirty="0">
                <a:solidFill>
                  <a:srgbClr val="0A0A0A"/>
                </a:solidFill>
                <a:latin typeface="Bookman Old Style" panose="02050604050505020204" pitchFamily="18" charset="0"/>
              </a:rPr>
              <a:t>2. Perspectives d'Amélioration : Vers une "Armure Cognitive"</a:t>
            </a:r>
            <a:endParaRPr lang="fr-FR" altLang="fr-FR" sz="1600" dirty="0">
              <a:solidFill>
                <a:schemeClr val="tx1"/>
              </a:solidFill>
              <a:latin typeface="Bookman Old Style" panose="02050604050505020204" pitchFamily="18" charset="0"/>
            </a:endParaRPr>
          </a:p>
          <a:p>
            <a:pPr marL="0" lvl="0" indent="0" algn="just" defTabSz="914400" eaLnBrk="0" fontAlgn="base" hangingPunct="0">
              <a:lnSpc>
                <a:spcPct val="150000"/>
              </a:lnSpc>
              <a:spcBef>
                <a:spcPct val="0"/>
              </a:spcBef>
              <a:spcAft>
                <a:spcPct val="0"/>
              </a:spcAft>
              <a:buClrTx/>
              <a:buSzTx/>
              <a:buNone/>
            </a:pPr>
            <a:r>
              <a:rPr lang="fr-FR" altLang="fr-FR" sz="1600" dirty="0">
                <a:solidFill>
                  <a:srgbClr val="0A0A0A"/>
                </a:solidFill>
                <a:latin typeface="Bookman Old Style" panose="02050604050505020204" pitchFamily="18" charset="0"/>
              </a:rPr>
              <a:t>Pour 2026 et au-delà, les stratégies d'amélioration se concentrent sur la formation et la culture de la sécurité :</a:t>
            </a:r>
            <a:endParaRPr lang="fr-FR" altLang="fr-FR" sz="1600" dirty="0">
              <a:solidFill>
                <a:schemeClr val="tx1"/>
              </a:solidFill>
              <a:latin typeface="Bookman Old Style" panose="02050604050505020204" pitchFamily="18" charset="0"/>
            </a:endParaRPr>
          </a:p>
          <a:p>
            <a:pPr marL="0" lvl="0" indent="0" algn="just" defTabSz="914400" eaLnBrk="0" fontAlgn="base" hangingPunct="0">
              <a:lnSpc>
                <a:spcPct val="150000"/>
              </a:lnSpc>
              <a:spcBef>
                <a:spcPct val="0"/>
              </a:spcBef>
              <a:spcAft>
                <a:spcPct val="0"/>
              </a:spcAft>
              <a:buClrTx/>
              <a:buSzTx/>
              <a:buFontTx/>
              <a:buChar char="•"/>
            </a:pPr>
            <a:r>
              <a:rPr lang="fr-FR" altLang="fr-FR" sz="1600" b="1" dirty="0">
                <a:solidFill>
                  <a:srgbClr val="0A0A0A"/>
                </a:solidFill>
                <a:latin typeface="Bookman Old Style" panose="02050604050505020204" pitchFamily="18" charset="0"/>
              </a:rPr>
              <a:t>L'Éducation aux Médias de Défense (MIL - Media and Information </a:t>
            </a:r>
            <a:r>
              <a:rPr lang="fr-FR" altLang="fr-FR" sz="1600" b="1" dirty="0" err="1">
                <a:solidFill>
                  <a:srgbClr val="0A0A0A"/>
                </a:solidFill>
                <a:latin typeface="Bookman Old Style" panose="02050604050505020204" pitchFamily="18" charset="0"/>
              </a:rPr>
              <a:t>Literacy</a:t>
            </a:r>
            <a:r>
              <a:rPr lang="fr-FR" altLang="fr-FR" sz="1600" b="1" dirty="0">
                <a:solidFill>
                  <a:srgbClr val="0A0A0A"/>
                </a:solidFill>
                <a:latin typeface="Bookman Old Style" panose="02050604050505020204" pitchFamily="18" charset="0"/>
              </a:rPr>
              <a:t>) :</a:t>
            </a:r>
            <a:endParaRPr lang="fr-FR" altLang="fr-FR" sz="1600" dirty="0">
              <a:solidFill>
                <a:srgbClr val="0A0A0A"/>
              </a:solidFill>
              <a:latin typeface="Bookman Old Style" panose="02050604050505020204" pitchFamily="18" charset="0"/>
            </a:endParaRPr>
          </a:p>
          <a:p>
            <a:pPr marL="0" lvl="0" indent="0" algn="just" defTabSz="914400" eaLnBrk="0" fontAlgn="base" hangingPunct="0">
              <a:lnSpc>
                <a:spcPct val="150000"/>
              </a:lnSpc>
              <a:spcBef>
                <a:spcPct val="0"/>
              </a:spcBef>
              <a:spcAft>
                <a:spcPct val="0"/>
              </a:spcAft>
              <a:buClrTx/>
              <a:buSzTx/>
              <a:buFontTx/>
              <a:buChar char="•"/>
            </a:pPr>
            <a:r>
              <a:rPr lang="fr-FR" altLang="fr-FR" sz="1600" b="1" dirty="0">
                <a:solidFill>
                  <a:srgbClr val="0A0A0A"/>
                </a:solidFill>
                <a:latin typeface="Bookman Old Style" panose="02050604050505020204" pitchFamily="18" charset="0"/>
              </a:rPr>
              <a:t>La Gamification du Pre-</a:t>
            </a:r>
            <a:r>
              <a:rPr lang="fr-FR" altLang="fr-FR" sz="1600" b="1" dirty="0" err="1">
                <a:solidFill>
                  <a:srgbClr val="0A0A0A"/>
                </a:solidFill>
                <a:latin typeface="Bookman Old Style" panose="02050604050505020204" pitchFamily="18" charset="0"/>
              </a:rPr>
              <a:t>bunking</a:t>
            </a:r>
            <a:r>
              <a:rPr lang="fr-FR" altLang="fr-FR" sz="1600" b="1" dirty="0">
                <a:solidFill>
                  <a:srgbClr val="0A0A0A"/>
                </a:solidFill>
                <a:latin typeface="Bookman Old Style" panose="02050604050505020204" pitchFamily="18" charset="0"/>
              </a:rPr>
              <a:t> :</a:t>
            </a:r>
            <a:endParaRPr lang="fr-FR" altLang="fr-FR" sz="1600" dirty="0">
              <a:solidFill>
                <a:srgbClr val="0A0A0A"/>
              </a:solidFill>
              <a:latin typeface="Bookman Old Style" panose="02050604050505020204" pitchFamily="18" charset="0"/>
            </a:endParaRPr>
          </a:p>
          <a:p>
            <a:pPr marL="457200" lvl="1" indent="0" algn="just" defTabSz="914400" eaLnBrk="0" fontAlgn="base" hangingPunct="0">
              <a:lnSpc>
                <a:spcPct val="150000"/>
              </a:lnSpc>
              <a:spcBef>
                <a:spcPct val="0"/>
              </a:spcBef>
              <a:spcAft>
                <a:spcPct val="0"/>
              </a:spcAft>
              <a:buClrTx/>
              <a:buSzTx/>
            </a:pPr>
            <a:r>
              <a:rPr lang="fr-FR" altLang="fr-FR" dirty="0">
                <a:solidFill>
                  <a:srgbClr val="0A0A0A"/>
                </a:solidFill>
                <a:latin typeface="Bookman Old Style" panose="02050604050505020204" pitchFamily="18" charset="0"/>
              </a:rPr>
              <a:t>- </a:t>
            </a:r>
            <a:r>
              <a:rPr lang="fr-FR" altLang="fr-FR" b="1" dirty="0">
                <a:solidFill>
                  <a:srgbClr val="0A0A0A"/>
                </a:solidFill>
                <a:latin typeface="Bookman Old Style" panose="02050604050505020204" pitchFamily="18" charset="0"/>
              </a:rPr>
              <a:t>Renforcement de la Confiance Institutionnelle :</a:t>
            </a:r>
            <a:endParaRPr lang="fr-FR" altLang="fr-FR" dirty="0">
              <a:solidFill>
                <a:srgbClr val="0A0A0A"/>
              </a:solidFill>
              <a:latin typeface="Bookman Old Style" panose="02050604050505020204" pitchFamily="18" charset="0"/>
            </a:endParaRPr>
          </a:p>
          <a:p>
            <a:pPr marL="457200" lvl="1" indent="0" algn="just" defTabSz="914400" eaLnBrk="0" fontAlgn="base" hangingPunct="0">
              <a:lnSpc>
                <a:spcPct val="150000"/>
              </a:lnSpc>
              <a:spcBef>
                <a:spcPct val="0"/>
              </a:spcBef>
              <a:spcAft>
                <a:spcPct val="0"/>
              </a:spcAft>
              <a:buClrTx/>
              <a:buSzTx/>
            </a:pPr>
            <a:r>
              <a:rPr lang="fr-FR" altLang="fr-FR" dirty="0">
                <a:solidFill>
                  <a:srgbClr val="0A0A0A"/>
                </a:solidFill>
                <a:latin typeface="Bookman Old Style" panose="02050604050505020204" pitchFamily="18" charset="0"/>
              </a:rPr>
              <a:t>- </a:t>
            </a:r>
            <a:r>
              <a:rPr lang="fr-FR" altLang="fr-FR" b="1" dirty="0">
                <a:solidFill>
                  <a:srgbClr val="0A0A0A"/>
                </a:solidFill>
                <a:latin typeface="Bookman Old Style" panose="02050604050505020204" pitchFamily="18" charset="0"/>
              </a:rPr>
              <a:t>Accompagnement Psychologique et Veille :</a:t>
            </a:r>
            <a:endParaRPr lang="fr-FR" altLang="fr-FR" dirty="0">
              <a:solidFill>
                <a:srgbClr val="0A0A0A"/>
              </a:solidFill>
              <a:latin typeface="Bookman Old Style" panose="02050604050505020204" pitchFamily="18" charset="0"/>
            </a:endParaRPr>
          </a:p>
          <a:p>
            <a:pPr marL="0" lvl="0" indent="0" algn="just" eaLnBrk="0" fontAlgn="base" hangingPunct="0">
              <a:lnSpc>
                <a:spcPct val="150000"/>
              </a:lnSpc>
              <a:spcBef>
                <a:spcPct val="0"/>
              </a:spcBef>
              <a:spcAft>
                <a:spcPct val="0"/>
              </a:spcAft>
              <a:buFontTx/>
              <a:buChar char="•"/>
            </a:pPr>
            <a:endParaRPr lang="fr-FR" sz="1600" dirty="0"/>
          </a:p>
        </p:txBody>
      </p:sp>
      <p:sp>
        <p:nvSpPr>
          <p:cNvPr id="5" name="Espace réservé du numéro de diapositive 4">
            <a:extLst>
              <a:ext uri="{FF2B5EF4-FFF2-40B4-BE49-F238E27FC236}">
                <a16:creationId xmlns:a16="http://schemas.microsoft.com/office/drawing/2014/main" id="{2DD47FE3-C8A2-26D5-A456-10A243FE7778}"/>
              </a:ext>
            </a:extLst>
          </p:cNvPr>
          <p:cNvSpPr>
            <a:spLocks noGrp="1"/>
          </p:cNvSpPr>
          <p:nvPr>
            <p:ph type="sldNum" sz="quarter" idx="12"/>
          </p:nvPr>
        </p:nvSpPr>
        <p:spPr/>
        <p:txBody>
          <a:bodyPr/>
          <a:lstStyle/>
          <a:p>
            <a:fld id="{4EFB72C0-99D3-44BB-B7E8-F5268695D5AA}" type="slidenum">
              <a:rPr lang="fr-FR" smtClean="0"/>
              <a:t>8</a:t>
            </a:fld>
            <a:endParaRPr lang="fr-FR"/>
          </a:p>
        </p:txBody>
      </p:sp>
    </p:spTree>
    <p:extLst>
      <p:ext uri="{BB962C8B-B14F-4D97-AF65-F5344CB8AC3E}">
        <p14:creationId xmlns:p14="http://schemas.microsoft.com/office/powerpoint/2010/main" val="3360337928"/>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
                                            <p:txEl>
                                              <p:pRg st="9" end="9"/>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grpId="1" nodeType="clickEffect">
                                  <p:stCondLst>
                                    <p:cond delay="0"/>
                                  </p:stCondLst>
                                  <p:childTnLst>
                                    <p:set>
                                      <p:cBhvr>
                                        <p:cTn id="46" dur="1" fill="hold">
                                          <p:stCondLst>
                                            <p:cond delay="0"/>
                                          </p:stCondLst>
                                        </p:cTn>
                                        <p:tgtEl>
                                          <p:spTgt spid="3">
                                            <p:txEl>
                                              <p:pRg st="0" end="0"/>
                                            </p:txEl>
                                          </p:spTgt>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grpId="1" nodeType="clickEffect">
                                  <p:stCondLst>
                                    <p:cond delay="0"/>
                                  </p:stCondLst>
                                  <p:childTnLst>
                                    <p:set>
                                      <p:cBhvr>
                                        <p:cTn id="50" dur="1" fill="hold">
                                          <p:stCondLst>
                                            <p:cond delay="0"/>
                                          </p:stCondLst>
                                        </p:cTn>
                                        <p:tgtEl>
                                          <p:spTgt spid="3">
                                            <p:txEl>
                                              <p:pRg st="1" end="1"/>
                                            </p:txEl>
                                          </p:spTgt>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1" presetClass="exit" presetSubtype="0" fill="hold" grpId="1" nodeType="clickEffect">
                                  <p:stCondLst>
                                    <p:cond delay="0"/>
                                  </p:stCondLst>
                                  <p:childTnLst>
                                    <p:set>
                                      <p:cBhvr>
                                        <p:cTn id="54" dur="1" fill="hold">
                                          <p:stCondLst>
                                            <p:cond delay="0"/>
                                          </p:stCondLst>
                                        </p:cTn>
                                        <p:tgtEl>
                                          <p:spTgt spid="3">
                                            <p:txEl>
                                              <p:pRg st="2" end="2"/>
                                            </p:txEl>
                                          </p:spTgt>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1" presetClass="exit" presetSubtype="0" fill="hold" grpId="1" nodeType="clickEffect">
                                  <p:stCondLst>
                                    <p:cond delay="0"/>
                                  </p:stCondLst>
                                  <p:childTnLst>
                                    <p:set>
                                      <p:cBhvr>
                                        <p:cTn id="58" dur="1" fill="hold">
                                          <p:stCondLst>
                                            <p:cond delay="0"/>
                                          </p:stCondLst>
                                        </p:cTn>
                                        <p:tgtEl>
                                          <p:spTgt spid="3">
                                            <p:txEl>
                                              <p:pRg st="3" end="3"/>
                                            </p:txEl>
                                          </p:spTgt>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1" presetClass="exit" presetSubtype="0" fill="hold" grpId="1" nodeType="clickEffect">
                                  <p:stCondLst>
                                    <p:cond delay="0"/>
                                  </p:stCondLst>
                                  <p:childTnLst>
                                    <p:set>
                                      <p:cBhvr>
                                        <p:cTn id="62" dur="1" fill="hold">
                                          <p:stCondLst>
                                            <p:cond delay="0"/>
                                          </p:stCondLst>
                                        </p:cTn>
                                        <p:tgtEl>
                                          <p:spTgt spid="3">
                                            <p:txEl>
                                              <p:pRg st="4" end="4"/>
                                            </p:txEl>
                                          </p:spTgt>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1" presetClass="exit" presetSubtype="0" fill="hold" grpId="1" nodeType="clickEffect">
                                  <p:stCondLst>
                                    <p:cond delay="0"/>
                                  </p:stCondLst>
                                  <p:childTnLst>
                                    <p:set>
                                      <p:cBhvr>
                                        <p:cTn id="66" dur="1" fill="hold">
                                          <p:stCondLst>
                                            <p:cond delay="0"/>
                                          </p:stCondLst>
                                        </p:cTn>
                                        <p:tgtEl>
                                          <p:spTgt spid="3">
                                            <p:txEl>
                                              <p:pRg st="5" end="5"/>
                                            </p:txEl>
                                          </p:spTgt>
                                        </p:tgtEl>
                                        <p:attrNameLst>
                                          <p:attrName>style.visibility</p:attrName>
                                        </p:attrNameLst>
                                      </p:cBhvr>
                                      <p:to>
                                        <p:strVal val="hidden"/>
                                      </p:to>
                                    </p:set>
                                  </p:childTnLst>
                                </p:cTn>
                              </p:par>
                            </p:childTnLst>
                          </p:cTn>
                        </p:par>
                      </p:childTnLst>
                    </p:cTn>
                  </p:par>
                  <p:par>
                    <p:cTn id="67" fill="hold">
                      <p:stCondLst>
                        <p:cond delay="indefinite"/>
                      </p:stCondLst>
                      <p:childTnLst>
                        <p:par>
                          <p:cTn id="68" fill="hold">
                            <p:stCondLst>
                              <p:cond delay="0"/>
                            </p:stCondLst>
                            <p:childTnLst>
                              <p:par>
                                <p:cTn id="69" presetID="1" presetClass="exit" presetSubtype="0" fill="hold" grpId="1" nodeType="clickEffect">
                                  <p:stCondLst>
                                    <p:cond delay="0"/>
                                  </p:stCondLst>
                                  <p:childTnLst>
                                    <p:set>
                                      <p:cBhvr>
                                        <p:cTn id="70" dur="1" fill="hold">
                                          <p:stCondLst>
                                            <p:cond delay="0"/>
                                          </p:stCondLst>
                                        </p:cTn>
                                        <p:tgtEl>
                                          <p:spTgt spid="3">
                                            <p:txEl>
                                              <p:pRg st="6" end="6"/>
                                            </p:txEl>
                                          </p:spTgt>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1" presetClass="exit" presetSubtype="0" fill="hold" grpId="1" nodeType="clickEffect">
                                  <p:stCondLst>
                                    <p:cond delay="0"/>
                                  </p:stCondLst>
                                  <p:childTnLst>
                                    <p:set>
                                      <p:cBhvr>
                                        <p:cTn id="74" dur="1" fill="hold">
                                          <p:stCondLst>
                                            <p:cond delay="0"/>
                                          </p:stCondLst>
                                        </p:cTn>
                                        <p:tgtEl>
                                          <p:spTgt spid="3">
                                            <p:txEl>
                                              <p:pRg st="7" end="7"/>
                                            </p:txEl>
                                          </p:spTgt>
                                        </p:tgtEl>
                                        <p:attrNameLst>
                                          <p:attrName>style.visibility</p:attrName>
                                        </p:attrNameLst>
                                      </p:cBhvr>
                                      <p:to>
                                        <p:strVal val="hidden"/>
                                      </p:to>
                                    </p:set>
                                  </p:childTnLst>
                                </p:cTn>
                              </p:par>
                            </p:childTnLst>
                          </p:cTn>
                        </p:par>
                      </p:childTnLst>
                    </p:cTn>
                  </p:par>
                  <p:par>
                    <p:cTn id="75" fill="hold">
                      <p:stCondLst>
                        <p:cond delay="indefinite"/>
                      </p:stCondLst>
                      <p:childTnLst>
                        <p:par>
                          <p:cTn id="76" fill="hold">
                            <p:stCondLst>
                              <p:cond delay="0"/>
                            </p:stCondLst>
                            <p:childTnLst>
                              <p:par>
                                <p:cTn id="77" presetID="1" presetClass="exit" presetSubtype="0" fill="hold" grpId="1" nodeType="clickEffect">
                                  <p:stCondLst>
                                    <p:cond delay="0"/>
                                  </p:stCondLst>
                                  <p:childTnLst>
                                    <p:set>
                                      <p:cBhvr>
                                        <p:cTn id="78" dur="1" fill="hold">
                                          <p:stCondLst>
                                            <p:cond delay="0"/>
                                          </p:stCondLst>
                                        </p:cTn>
                                        <p:tgtEl>
                                          <p:spTgt spid="3">
                                            <p:txEl>
                                              <p:pRg st="8" end="8"/>
                                            </p:txEl>
                                          </p:spTgt>
                                        </p:tgtEl>
                                        <p:attrNameLst>
                                          <p:attrName>style.visibility</p:attrName>
                                        </p:attrNameLst>
                                      </p:cBhvr>
                                      <p:to>
                                        <p:strVal val="hidden"/>
                                      </p:to>
                                    </p:set>
                                  </p:childTnLst>
                                </p:cTn>
                              </p:par>
                              <p:par>
                                <p:cTn id="79" presetID="1" presetClass="exit" presetSubtype="0" fill="hold" grpId="1" nodeType="withEffect">
                                  <p:stCondLst>
                                    <p:cond delay="0"/>
                                  </p:stCondLst>
                                  <p:childTnLst>
                                    <p:set>
                                      <p:cBhvr>
                                        <p:cTn id="80" dur="1" fill="hold">
                                          <p:stCondLst>
                                            <p:cond delay="0"/>
                                          </p:stCondLst>
                                        </p:cTn>
                                        <p:tgtEl>
                                          <p:spTgt spid="3">
                                            <p:txEl>
                                              <p:pRg st="9" end="9"/>
                                            </p:txEl>
                                          </p:spTgt>
                                        </p:tgtEl>
                                        <p:attrNameLst>
                                          <p:attrName>style.visibility</p:attrName>
                                        </p:attrNameLst>
                                      </p:cBhvr>
                                      <p:to>
                                        <p:strVal val="hidden"/>
                                      </p:to>
                                    </p:set>
                                  </p:childTnLst>
                                </p:cTn>
                              </p:par>
                              <p:par>
                                <p:cTn id="81" presetID="1" presetClass="exit" presetSubtype="0" fill="hold" grpId="1" nodeType="withEffect">
                                  <p:stCondLst>
                                    <p:cond delay="0"/>
                                  </p:stCondLst>
                                  <p:childTnLst>
                                    <p:set>
                                      <p:cBhvr>
                                        <p:cTn id="82" dur="1" fill="hold">
                                          <p:stCondLst>
                                            <p:cond delay="0"/>
                                          </p:stCondLst>
                                        </p:cTn>
                                        <p:tgtEl>
                                          <p:spTgt spid="3">
                                            <p:txEl>
                                              <p:pRg st="10" end="1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 6">
            <a:extLst>
              <a:ext uri="{FF2B5EF4-FFF2-40B4-BE49-F238E27FC236}">
                <a16:creationId xmlns:a16="http://schemas.microsoft.com/office/drawing/2014/main" id="{712DC72A-72F7-B145-7E89-3CC8DA70B178}"/>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7414788" y="374349"/>
            <a:ext cx="4418091" cy="1626467"/>
          </a:xfrm>
          <a:prstGeom prst="rect">
            <a:avLst/>
          </a:prstGeom>
        </p:spPr>
      </p:pic>
      <p:pic>
        <p:nvPicPr>
          <p:cNvPr id="16" name="Image 15">
            <a:extLst>
              <a:ext uri="{FF2B5EF4-FFF2-40B4-BE49-F238E27FC236}">
                <a16:creationId xmlns:a16="http://schemas.microsoft.com/office/drawing/2014/main" id="{0A3DF625-8888-00A2-63C5-5DD82AC66FAC}"/>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rot="5400000" flipV="1">
            <a:off x="8741118" y="909875"/>
            <a:ext cx="1765430" cy="4418091"/>
          </a:xfrm>
          <a:prstGeom prst="rect">
            <a:avLst/>
          </a:prstGeom>
        </p:spPr>
      </p:pic>
      <p:sp>
        <p:nvSpPr>
          <p:cNvPr id="21" name="ZoneTexte 20">
            <a:extLst>
              <a:ext uri="{FF2B5EF4-FFF2-40B4-BE49-F238E27FC236}">
                <a16:creationId xmlns:a16="http://schemas.microsoft.com/office/drawing/2014/main" id="{C2682369-D8CB-C175-55F3-0F75B4520864}"/>
              </a:ext>
            </a:extLst>
          </p:cNvPr>
          <p:cNvSpPr txBox="1"/>
          <p:nvPr/>
        </p:nvSpPr>
        <p:spPr>
          <a:xfrm>
            <a:off x="2257491" y="267433"/>
            <a:ext cx="4523555" cy="1134670"/>
          </a:xfrm>
          <a:prstGeom prst="rect">
            <a:avLst/>
          </a:prstGeom>
          <a:noFill/>
          <a:ln>
            <a:noFill/>
          </a:ln>
        </p:spPr>
        <p:txBody>
          <a:bodyPr wrap="square" rtlCol="0">
            <a:spAutoFit/>
          </a:bodyPr>
          <a:lstStyle/>
          <a:p>
            <a:pPr lvl="0" algn="just" defTabSz="914400">
              <a:lnSpc>
                <a:spcPct val="150000"/>
              </a:lnSpc>
            </a:pPr>
            <a:r>
              <a:rPr lang="fr-FR" altLang="fr-FR" sz="2400" b="1" dirty="0">
                <a:solidFill>
                  <a:schemeClr val="accent4"/>
                </a:solidFill>
                <a:latin typeface="Bookman Old Style" panose="02050604050505020204" pitchFamily="18" charset="0"/>
              </a:rPr>
              <a:t>Partie III </a:t>
            </a:r>
            <a:r>
              <a:rPr lang="fr-FR" altLang="fr-FR" sz="2400" b="1" dirty="0">
                <a:solidFill>
                  <a:schemeClr val="accent4"/>
                </a:solidFill>
                <a:latin typeface="Google Sans"/>
              </a:rPr>
              <a:t>:</a:t>
            </a:r>
          </a:p>
          <a:p>
            <a:pPr lvl="0" algn="just" defTabSz="914400">
              <a:lnSpc>
                <a:spcPct val="150000"/>
              </a:lnSpc>
            </a:pPr>
            <a:r>
              <a:rPr lang="fr-FR" altLang="fr-FR" sz="2400" b="1" dirty="0">
                <a:solidFill>
                  <a:schemeClr val="accent5"/>
                </a:solidFill>
                <a:latin typeface="Bookman Old Style" panose="02050604050505020204" pitchFamily="18" charset="0"/>
              </a:rPr>
              <a:t>I</a:t>
            </a:r>
            <a:r>
              <a:rPr lang="fr-FR" altLang="fr-FR" b="1" dirty="0">
                <a:solidFill>
                  <a:schemeClr val="accent5"/>
                </a:solidFill>
                <a:latin typeface="Bookman Old Style" panose="02050604050505020204" pitchFamily="18" charset="0"/>
              </a:rPr>
              <a:t>. La Synergie Homme-Machine</a:t>
            </a:r>
          </a:p>
        </p:txBody>
      </p:sp>
      <p:sp>
        <p:nvSpPr>
          <p:cNvPr id="5" name="Espace réservé du numéro de diapositive 4">
            <a:extLst>
              <a:ext uri="{FF2B5EF4-FFF2-40B4-BE49-F238E27FC236}">
                <a16:creationId xmlns:a16="http://schemas.microsoft.com/office/drawing/2014/main" id="{B2071AFC-50FE-098D-5578-2188A6ED6FBC}"/>
              </a:ext>
            </a:extLst>
          </p:cNvPr>
          <p:cNvSpPr>
            <a:spLocks noGrp="1"/>
          </p:cNvSpPr>
          <p:nvPr>
            <p:ph type="sldNum" sz="quarter" idx="12"/>
          </p:nvPr>
        </p:nvSpPr>
        <p:spPr/>
        <p:txBody>
          <a:bodyPr/>
          <a:lstStyle/>
          <a:p>
            <a:fld id="{4EFB72C0-99D3-44BB-B7E8-F5268695D5AA}" type="slidenum">
              <a:rPr lang="fr-FR" smtClean="0"/>
              <a:t>9</a:t>
            </a:fld>
            <a:endParaRPr lang="fr-FR"/>
          </a:p>
        </p:txBody>
      </p:sp>
      <p:sp>
        <p:nvSpPr>
          <p:cNvPr id="6" name="ZoneTexte 5">
            <a:extLst>
              <a:ext uri="{FF2B5EF4-FFF2-40B4-BE49-F238E27FC236}">
                <a16:creationId xmlns:a16="http://schemas.microsoft.com/office/drawing/2014/main" id="{E787BD49-8145-0D3E-C144-3D077E8719ED}"/>
              </a:ext>
            </a:extLst>
          </p:cNvPr>
          <p:cNvSpPr txBox="1"/>
          <p:nvPr/>
        </p:nvSpPr>
        <p:spPr>
          <a:xfrm>
            <a:off x="641038" y="1888397"/>
            <a:ext cx="11445338" cy="4226478"/>
          </a:xfrm>
          <a:prstGeom prst="rect">
            <a:avLst/>
          </a:prstGeom>
          <a:noFill/>
        </p:spPr>
        <p:txBody>
          <a:bodyPr wrap="square" rtlCol="0">
            <a:spAutoFit/>
          </a:bodyPr>
          <a:lstStyle/>
          <a:p>
            <a:pPr lvl="0" algn="just">
              <a:lnSpc>
                <a:spcPct val="150000"/>
              </a:lnSpc>
            </a:pPr>
            <a:r>
              <a:rPr lang="fr-FR" altLang="fr-FR" sz="1400" b="1" dirty="0">
                <a:solidFill>
                  <a:srgbClr val="0A0A0A"/>
                </a:solidFill>
                <a:latin typeface="Bookman Old Style" panose="02050604050505020204" pitchFamily="18" charset="0"/>
              </a:rPr>
              <a:t>1. </a:t>
            </a:r>
            <a:r>
              <a:rPr lang="fr-FR" altLang="fr-FR" sz="1400" dirty="0">
                <a:solidFill>
                  <a:srgbClr val="0A0A0A"/>
                </a:solidFill>
                <a:latin typeface="Bookman Old Style" panose="02050604050505020204" pitchFamily="18" charset="0"/>
              </a:rPr>
              <a:t>La "Course aux Armements" entre IA Générative et Détection</a:t>
            </a:r>
            <a:endParaRPr lang="fr-FR" altLang="fr-FR" sz="1400" dirty="0">
              <a:latin typeface="Bookman Old Style" panose="02050604050505020204" pitchFamily="18" charset="0"/>
            </a:endParaRPr>
          </a:p>
          <a:p>
            <a:pPr lvl="0" algn="just">
              <a:lnSpc>
                <a:spcPct val="150000"/>
              </a:lnSpc>
            </a:pPr>
            <a:r>
              <a:rPr lang="fr-FR" altLang="fr-FR" sz="1400" dirty="0">
                <a:solidFill>
                  <a:srgbClr val="0A0A0A"/>
                </a:solidFill>
                <a:latin typeface="Bookman Old Style" panose="02050604050505020204" pitchFamily="18" charset="0"/>
              </a:rPr>
              <a:t>L'obsolescence la plus dangereuse est celle des outils de détection.</a:t>
            </a:r>
            <a:endParaRPr lang="fr-FR" altLang="fr-FR" sz="1400" dirty="0">
              <a:latin typeface="Bookman Old Style" panose="02050604050505020204" pitchFamily="18" charset="0"/>
            </a:endParaRPr>
          </a:p>
          <a:p>
            <a:pPr lvl="0" algn="just">
              <a:lnSpc>
                <a:spcPct val="150000"/>
              </a:lnSpc>
            </a:pPr>
            <a:r>
              <a:rPr lang="fr-FR" altLang="fr-FR" sz="1400" b="1" dirty="0">
                <a:solidFill>
                  <a:srgbClr val="0A0A0A"/>
                </a:solidFill>
                <a:latin typeface="Bookman Old Style" panose="02050604050505020204" pitchFamily="18" charset="0"/>
              </a:rPr>
              <a:t>     Le problème</a:t>
            </a:r>
            <a:r>
              <a:rPr lang="fr-FR" altLang="fr-FR" sz="1400" dirty="0">
                <a:solidFill>
                  <a:srgbClr val="0A0A0A"/>
                </a:solidFill>
                <a:latin typeface="Bookman Old Style" panose="02050604050505020204" pitchFamily="18" charset="0"/>
              </a:rPr>
              <a:t> </a:t>
            </a:r>
          </a:p>
          <a:p>
            <a:pPr lvl="0" algn="just" defTabSz="914400">
              <a:lnSpc>
                <a:spcPct val="150000"/>
              </a:lnSpc>
            </a:pPr>
            <a:r>
              <a:rPr lang="fr-FR" altLang="fr-FR" sz="1400" b="1" dirty="0">
                <a:solidFill>
                  <a:srgbClr val="0A0A0A"/>
                </a:solidFill>
                <a:latin typeface="Bookman Old Style" panose="02050604050505020204" pitchFamily="18" charset="0"/>
              </a:rPr>
              <a:t>     La solution </a:t>
            </a:r>
            <a:r>
              <a:rPr lang="fr-FR" altLang="fr-FR" sz="1400" dirty="0">
                <a:solidFill>
                  <a:srgbClr val="0A0A0A"/>
                </a:solidFill>
                <a:latin typeface="Bookman Old Style" panose="02050604050505020204" pitchFamily="18" charset="0"/>
              </a:rPr>
              <a:t> </a:t>
            </a:r>
          </a:p>
          <a:p>
            <a:pPr lvl="0" algn="just" defTabSz="914400">
              <a:lnSpc>
                <a:spcPct val="150000"/>
              </a:lnSpc>
            </a:pPr>
            <a:endParaRPr lang="fr-FR" altLang="fr-FR" sz="1400" dirty="0">
              <a:solidFill>
                <a:srgbClr val="0A0A0A"/>
              </a:solidFill>
              <a:latin typeface="Bookman Old Style" panose="02050604050505020204" pitchFamily="18" charset="0"/>
            </a:endParaRPr>
          </a:p>
          <a:p>
            <a:pPr algn="just">
              <a:lnSpc>
                <a:spcPct val="150000"/>
              </a:lnSpc>
            </a:pPr>
            <a:r>
              <a:rPr lang="fr-FR" altLang="fr-FR" sz="1400" b="1" dirty="0">
                <a:solidFill>
                  <a:schemeClr val="accent5"/>
                </a:solidFill>
                <a:latin typeface="Bookman Old Style" panose="02050604050505020204" pitchFamily="18" charset="0"/>
              </a:rPr>
              <a:t>    </a:t>
            </a:r>
            <a:r>
              <a:rPr lang="fr-FR" altLang="fr-FR" b="1" dirty="0">
                <a:solidFill>
                  <a:schemeClr val="accent5"/>
                </a:solidFill>
                <a:latin typeface="Bookman Old Style" panose="02050604050505020204" pitchFamily="18" charset="0"/>
              </a:rPr>
              <a:t>II. Le défi technologique: </a:t>
            </a:r>
          </a:p>
          <a:p>
            <a:pPr lvl="0" algn="just">
              <a:lnSpc>
                <a:spcPct val="150000"/>
              </a:lnSpc>
            </a:pPr>
            <a:r>
              <a:rPr lang="fr-FR" altLang="fr-FR" sz="1400" b="1" dirty="0">
                <a:solidFill>
                  <a:srgbClr val="0A0A0A"/>
                </a:solidFill>
                <a:latin typeface="Bookman Old Style" panose="02050604050505020204" pitchFamily="18" charset="0"/>
              </a:rPr>
              <a:t>1. </a:t>
            </a:r>
            <a:r>
              <a:rPr lang="fr-FR" altLang="fr-FR" sz="1400" dirty="0">
                <a:solidFill>
                  <a:srgbClr val="0A0A0A"/>
                </a:solidFill>
                <a:latin typeface="Bookman Old Style" panose="02050604050505020204" pitchFamily="18" charset="0"/>
              </a:rPr>
              <a:t>L'Obsolescence des Infrastructures et le Cloud Souverain</a:t>
            </a:r>
            <a:endParaRPr lang="fr-FR" altLang="fr-FR" sz="1400" dirty="0">
              <a:latin typeface="Bookman Old Style" panose="02050604050505020204" pitchFamily="18" charset="0"/>
            </a:endParaRPr>
          </a:p>
          <a:p>
            <a:pPr lvl="0" algn="just" defTabSz="914400">
              <a:lnSpc>
                <a:spcPct val="150000"/>
              </a:lnSpc>
            </a:pPr>
            <a:r>
              <a:rPr lang="fr-FR" altLang="fr-FR" sz="1400" b="1" dirty="0">
                <a:solidFill>
                  <a:srgbClr val="0A0A0A"/>
                </a:solidFill>
                <a:latin typeface="Bookman Old Style" panose="02050604050505020204" pitchFamily="18" charset="0"/>
              </a:rPr>
              <a:t> La dépendance technologique :</a:t>
            </a:r>
            <a:r>
              <a:rPr lang="fr-FR" altLang="fr-FR" sz="1400" dirty="0">
                <a:solidFill>
                  <a:srgbClr val="0A0A0A"/>
                </a:solidFill>
                <a:latin typeface="Bookman Old Style" panose="02050604050505020204" pitchFamily="18" charset="0"/>
              </a:rPr>
              <a:t> Utiliser des outils de protection étrangers expose au risque d'arrêt de service ou de perte de compatibilité.</a:t>
            </a:r>
          </a:p>
          <a:p>
            <a:pPr lvl="0" algn="just" defTabSz="914400">
              <a:lnSpc>
                <a:spcPct val="150000"/>
              </a:lnSpc>
            </a:pPr>
            <a:r>
              <a:rPr lang="fr-FR" altLang="fr-FR" sz="1400" b="1" dirty="0">
                <a:solidFill>
                  <a:srgbClr val="0A0A0A"/>
                </a:solidFill>
                <a:latin typeface="Bookman Old Style" panose="02050604050505020204" pitchFamily="18" charset="0"/>
              </a:rPr>
              <a:t>2. </a:t>
            </a:r>
            <a:r>
              <a:rPr lang="fr-FR" altLang="fr-FR" sz="1400" dirty="0">
                <a:solidFill>
                  <a:srgbClr val="0A0A0A"/>
                </a:solidFill>
                <a:latin typeface="Bookman Old Style" panose="02050604050505020204" pitchFamily="18" charset="0"/>
              </a:rPr>
              <a:t>La Stratégie de "l'Architecture Évolutive" (Modularité)</a:t>
            </a:r>
            <a:endParaRPr lang="fr-FR" altLang="fr-FR" sz="1400" dirty="0">
              <a:latin typeface="Bookman Old Style" panose="02050604050505020204" pitchFamily="18" charset="0"/>
            </a:endParaRPr>
          </a:p>
          <a:p>
            <a:pPr lvl="0" algn="just" defTabSz="914400">
              <a:lnSpc>
                <a:spcPct val="150000"/>
              </a:lnSpc>
            </a:pPr>
            <a:r>
              <a:rPr lang="fr-FR" altLang="fr-FR" sz="1400" dirty="0">
                <a:solidFill>
                  <a:srgbClr val="0A0A0A"/>
                </a:solidFill>
                <a:latin typeface="Bookman Old Style" panose="02050604050505020204" pitchFamily="18" charset="0"/>
              </a:rPr>
              <a:t>Pour éviter de devoir remplacer des systèmes entiers tous les deux ans </a:t>
            </a:r>
            <a:endParaRPr lang="fr-FR" altLang="fr-FR" sz="1400" dirty="0">
              <a:latin typeface="Bookman Old Style" panose="02050604050505020204" pitchFamily="18" charset="0"/>
            </a:endParaRPr>
          </a:p>
          <a:p>
            <a:pPr algn="just" defTabSz="914400">
              <a:lnSpc>
                <a:spcPct val="150000"/>
              </a:lnSpc>
              <a:buFontTx/>
              <a:buChar char="•"/>
            </a:pPr>
            <a:r>
              <a:rPr lang="fr-FR" altLang="fr-FR" sz="1400" b="1" dirty="0">
                <a:solidFill>
                  <a:srgbClr val="0A0A0A"/>
                </a:solidFill>
                <a:latin typeface="Bookman Old Style" panose="02050604050505020204" pitchFamily="18" charset="0"/>
              </a:rPr>
              <a:t>API et Micro-services, Logiciels Open Source </a:t>
            </a:r>
            <a:r>
              <a:rPr lang="fr-FR" altLang="fr-FR" sz="1400" dirty="0">
                <a:solidFill>
                  <a:srgbClr val="0A0A0A"/>
                </a:solidFill>
                <a:latin typeface="Bookman Old Style" panose="02050604050505020204" pitchFamily="18" charset="0"/>
              </a:rPr>
              <a:t> </a:t>
            </a:r>
          </a:p>
          <a:p>
            <a:pPr lvl="0" algn="just" defTabSz="914400">
              <a:lnSpc>
                <a:spcPct val="150000"/>
              </a:lnSpc>
            </a:pPr>
            <a:endParaRPr lang="fr-FR" altLang="fr-FR" sz="800" dirty="0">
              <a:solidFill>
                <a:srgbClr val="0A0A0A"/>
              </a:solidFill>
              <a:latin typeface="Bookman Old Style" panose="02050604050505020204" pitchFamily="18" charset="0"/>
            </a:endParaRPr>
          </a:p>
        </p:txBody>
      </p:sp>
    </p:spTree>
    <p:extLst>
      <p:ext uri="{BB962C8B-B14F-4D97-AF65-F5344CB8AC3E}">
        <p14:creationId xmlns:p14="http://schemas.microsoft.com/office/powerpoint/2010/main" val="485436828"/>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1000"/>
                                        <p:tgtEl>
                                          <p:spTgt spid="21"/>
                                        </p:tgtEl>
                                      </p:cBhvr>
                                    </p:animEffect>
                                    <p:anim calcmode="lin" valueType="num">
                                      <p:cBhvr>
                                        <p:cTn id="8" dur="1000" fill="hold"/>
                                        <p:tgtEl>
                                          <p:spTgt spid="21"/>
                                        </p:tgtEl>
                                        <p:attrNameLst>
                                          <p:attrName>ppt_x</p:attrName>
                                        </p:attrNameLst>
                                      </p:cBhvr>
                                      <p:tavLst>
                                        <p:tav tm="0">
                                          <p:val>
                                            <p:strVal val="#ppt_x"/>
                                          </p:val>
                                        </p:tav>
                                        <p:tav tm="100000">
                                          <p:val>
                                            <p:strVal val="#ppt_x"/>
                                          </p:val>
                                        </p:tav>
                                      </p:tavLst>
                                    </p:anim>
                                    <p:anim calcmode="lin" valueType="num">
                                      <p:cBhvr>
                                        <p:cTn id="9" dur="900" decel="100000" fill="hold"/>
                                        <p:tgtEl>
                                          <p:spTgt spid="21"/>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21"/>
                                        </p:tgtEl>
                                        <p:attrNameLst>
                                          <p:attrName>ppt_y</p:attrName>
                                        </p:attrNameLst>
                                      </p:cBhvr>
                                      <p:tavLst>
                                        <p:tav tm="0">
                                          <p:val>
                                            <p:strVal val="#ppt_y-.03"/>
                                          </p:val>
                                        </p:tav>
                                        <p:tav tm="100000">
                                          <p:val>
                                            <p:strVal val="#ppt_y"/>
                                          </p:val>
                                        </p:tav>
                                      </p:tavLst>
                                    </p:anim>
                                  </p:childTnLst>
                                </p:cTn>
                              </p:par>
                              <p:par>
                                <p:cTn id="11" presetID="37"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1000"/>
                                        <p:tgtEl>
                                          <p:spTgt spid="7"/>
                                        </p:tgtEl>
                                      </p:cBhvr>
                                    </p:animEffect>
                                    <p:anim calcmode="lin" valueType="num">
                                      <p:cBhvr>
                                        <p:cTn id="14" dur="1000" fill="hold"/>
                                        <p:tgtEl>
                                          <p:spTgt spid="7"/>
                                        </p:tgtEl>
                                        <p:attrNameLst>
                                          <p:attrName>ppt_x</p:attrName>
                                        </p:attrNameLst>
                                      </p:cBhvr>
                                      <p:tavLst>
                                        <p:tav tm="0">
                                          <p:val>
                                            <p:strVal val="#ppt_x"/>
                                          </p:val>
                                        </p:tav>
                                        <p:tav tm="100000">
                                          <p:val>
                                            <p:strVal val="#ppt_x"/>
                                          </p:val>
                                        </p:tav>
                                      </p:tavLst>
                                    </p:anim>
                                    <p:anim calcmode="lin" valueType="num">
                                      <p:cBhvr>
                                        <p:cTn id="15" dur="900" decel="100000" fill="hold"/>
                                        <p:tgtEl>
                                          <p:spTgt spid="7"/>
                                        </p:tgtEl>
                                        <p:attrNameLst>
                                          <p:attrName>ppt_y</p:attrName>
                                        </p:attrNameLst>
                                      </p:cBhvr>
                                      <p:tavLst>
                                        <p:tav tm="0">
                                          <p:val>
                                            <p:strVal val="#ppt_y+1"/>
                                          </p:val>
                                        </p:tav>
                                        <p:tav tm="100000">
                                          <p:val>
                                            <p:strVal val="#ppt_y-.03"/>
                                          </p:val>
                                        </p:tav>
                                      </p:tavLst>
                                    </p:anim>
                                    <p:anim calcmode="lin" valueType="num">
                                      <p:cBhvr>
                                        <p:cTn id="16" dur="100" accel="100000" fill="hold">
                                          <p:stCondLst>
                                            <p:cond delay="900"/>
                                          </p:stCondLst>
                                        </p:cTn>
                                        <p:tgtEl>
                                          <p:spTgt spid="7"/>
                                        </p:tgtEl>
                                        <p:attrNameLst>
                                          <p:attrName>ppt_y</p:attrName>
                                        </p:attrNameLst>
                                      </p:cBhvr>
                                      <p:tavLst>
                                        <p:tav tm="0">
                                          <p:val>
                                            <p:strVal val="#ppt_y-.03"/>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7" presetClass="entr" presetSubtype="1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p:cTn id="21" dur="500" fill="hold"/>
                                        <p:tgtEl>
                                          <p:spTgt spid="6"/>
                                        </p:tgtEl>
                                        <p:attrNameLst>
                                          <p:attrName>ppt_w</p:attrName>
                                        </p:attrNameLst>
                                      </p:cBhvr>
                                      <p:tavLst>
                                        <p:tav tm="0">
                                          <p:val>
                                            <p:fltVal val="0"/>
                                          </p:val>
                                        </p:tav>
                                        <p:tav tm="100000">
                                          <p:val>
                                            <p:strVal val="#ppt_w"/>
                                          </p:val>
                                        </p:tav>
                                      </p:tavLst>
                                    </p:anim>
                                    <p:anim calcmode="lin" valueType="num">
                                      <p:cBhvr>
                                        <p:cTn id="22" dur="500" fill="hold"/>
                                        <p:tgtEl>
                                          <p:spTgt spid="6"/>
                                        </p:tgtEl>
                                        <p:attrNameLst>
                                          <p:attrName>ppt_h</p:attrName>
                                        </p:attrNameLst>
                                      </p:cBhvr>
                                      <p:tavLst>
                                        <p:tav tm="0">
                                          <p:val>
                                            <p:strVal val="#ppt_h"/>
                                          </p:val>
                                        </p:tav>
                                        <p:tav tm="100000">
                                          <p:val>
                                            <p:strVal val="#ppt_h"/>
                                          </p:val>
                                        </p:tav>
                                      </p:tavLst>
                                    </p:anim>
                                  </p:childTnLst>
                                </p:cTn>
                              </p:par>
                              <p:par>
                                <p:cTn id="23" presetID="17" presetClass="entr" presetSubtype="1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 calcmode="lin" valueType="num">
                                      <p:cBhvr>
                                        <p:cTn id="25" dur="500" fill="hold"/>
                                        <p:tgtEl>
                                          <p:spTgt spid="16"/>
                                        </p:tgtEl>
                                        <p:attrNameLst>
                                          <p:attrName>ppt_w</p:attrName>
                                        </p:attrNameLst>
                                      </p:cBhvr>
                                      <p:tavLst>
                                        <p:tav tm="0">
                                          <p:val>
                                            <p:fltVal val="0"/>
                                          </p:val>
                                        </p:tav>
                                        <p:tav tm="100000">
                                          <p:val>
                                            <p:strVal val="#ppt_w"/>
                                          </p:val>
                                        </p:tav>
                                      </p:tavLst>
                                    </p:anim>
                                    <p:anim calcmode="lin" valueType="num">
                                      <p:cBhvr>
                                        <p:cTn id="26" dur="500" fill="hold"/>
                                        <p:tgtEl>
                                          <p:spTgt spid="1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E60C1435-DFC2-9697-986F-402265C7C79E}"/>
              </a:ext>
            </a:extLst>
          </p:cNvPr>
          <p:cNvSpPr>
            <a:spLocks noGrp="1"/>
          </p:cNvSpPr>
          <p:nvPr>
            <p:ph idx="4294967295"/>
          </p:nvPr>
        </p:nvSpPr>
        <p:spPr>
          <a:xfrm>
            <a:off x="465337" y="76724"/>
            <a:ext cx="11563905" cy="6057746"/>
          </a:xfrm>
          <a:prstGeom prst="rect">
            <a:avLst/>
          </a:prstGeom>
        </p:spPr>
        <p:txBody>
          <a:bodyPr>
            <a:normAutofit fontScale="85000" lnSpcReduction="20000"/>
          </a:bodyPr>
          <a:lstStyle/>
          <a:p>
            <a:pPr marL="0" lvl="0" indent="0" algn="just" eaLnBrk="0" fontAlgn="base" hangingPunct="0">
              <a:lnSpc>
                <a:spcPct val="150000"/>
              </a:lnSpc>
              <a:spcBef>
                <a:spcPct val="0"/>
              </a:spcBef>
              <a:spcAft>
                <a:spcPct val="0"/>
              </a:spcAft>
              <a:buNone/>
            </a:pPr>
            <a:r>
              <a:rPr lang="fr-FR" altLang="fr-FR" sz="2600" b="1" dirty="0">
                <a:solidFill>
                  <a:schemeClr val="accent4"/>
                </a:solidFill>
                <a:latin typeface="Bookman Old Style" panose="02050604050505020204" pitchFamily="18" charset="0"/>
              </a:rPr>
              <a:t>Partie III </a:t>
            </a:r>
            <a:r>
              <a:rPr lang="fr-FR" altLang="fr-FR" b="1" dirty="0">
                <a:solidFill>
                  <a:schemeClr val="accent4"/>
                </a:solidFill>
                <a:latin typeface="Bookman Old Style" panose="02050604050505020204" pitchFamily="18" charset="0"/>
              </a:rPr>
              <a:t>: </a:t>
            </a:r>
            <a:r>
              <a:rPr lang="fr-FR" altLang="fr-FR" sz="2300" b="1" dirty="0">
                <a:solidFill>
                  <a:schemeClr val="accent5"/>
                </a:solidFill>
                <a:latin typeface="Bookman Old Style" panose="02050604050505020204" pitchFamily="18" charset="0"/>
              </a:rPr>
              <a:t>II. Le défi technologique: </a:t>
            </a:r>
            <a:r>
              <a:rPr lang="fr-FR" altLang="fr-FR" dirty="0">
                <a:solidFill>
                  <a:srgbClr val="0A0A0A"/>
                </a:solidFill>
                <a:latin typeface="Bookman Old Style" panose="02050604050505020204" pitchFamily="18" charset="0"/>
              </a:rPr>
              <a:t>Faire face à l'obsolescence des compétences (Le Re-</a:t>
            </a:r>
            <a:r>
              <a:rPr lang="fr-FR" altLang="fr-FR" dirty="0" err="1">
                <a:solidFill>
                  <a:srgbClr val="0A0A0A"/>
                </a:solidFill>
                <a:latin typeface="Bookman Old Style" panose="02050604050505020204" pitchFamily="18" charset="0"/>
              </a:rPr>
              <a:t>skilling</a:t>
            </a:r>
            <a:r>
              <a:rPr lang="fr-FR" altLang="fr-FR" sz="1700" dirty="0">
                <a:solidFill>
                  <a:srgbClr val="0A0A0A"/>
                </a:solidFill>
                <a:latin typeface="Bookman Old Style" panose="02050604050505020204" pitchFamily="18" charset="0"/>
              </a:rPr>
              <a:t>)</a:t>
            </a:r>
            <a:endParaRPr lang="fr-FR" altLang="fr-FR" sz="1700" dirty="0">
              <a:latin typeface="Bookman Old Style" panose="02050604050505020204" pitchFamily="18" charset="0"/>
            </a:endParaRPr>
          </a:p>
          <a:p>
            <a:pPr marL="0" lvl="0" indent="0" algn="just" eaLnBrk="0" fontAlgn="base" hangingPunct="0">
              <a:lnSpc>
                <a:spcPct val="150000"/>
              </a:lnSpc>
              <a:spcBef>
                <a:spcPct val="0"/>
              </a:spcBef>
              <a:spcAft>
                <a:spcPct val="0"/>
              </a:spcAft>
              <a:buNone/>
            </a:pPr>
            <a:r>
              <a:rPr lang="fr-FR" altLang="fr-FR" sz="1700" dirty="0">
                <a:solidFill>
                  <a:srgbClr val="0A0A0A"/>
                </a:solidFill>
                <a:latin typeface="Bookman Old Style" panose="02050604050505020204" pitchFamily="18" charset="0"/>
              </a:rPr>
              <a:t>La technologie vieillit, mais les compétences aussi.</a:t>
            </a:r>
            <a:endParaRPr lang="fr-FR" altLang="fr-FR" sz="1700" dirty="0">
              <a:latin typeface="Bookman Old Style" panose="02050604050505020204" pitchFamily="18" charset="0"/>
            </a:endParaRPr>
          </a:p>
          <a:p>
            <a:pPr algn="just">
              <a:lnSpc>
                <a:spcPct val="150000"/>
              </a:lnSpc>
            </a:pPr>
            <a:endParaRPr lang="fr-FR" altLang="fr-FR" sz="1700" b="1" dirty="0">
              <a:solidFill>
                <a:srgbClr val="0A0A0A"/>
              </a:solidFill>
              <a:latin typeface="Bookman Old Style" panose="02050604050505020204" pitchFamily="18" charset="0"/>
            </a:endParaRPr>
          </a:p>
          <a:p>
            <a:pPr algn="just">
              <a:lnSpc>
                <a:spcPct val="150000"/>
              </a:lnSpc>
            </a:pPr>
            <a:endParaRPr lang="fr-FR" altLang="fr-FR" sz="1700" b="1" dirty="0">
              <a:solidFill>
                <a:srgbClr val="0A0A0A"/>
              </a:solidFill>
              <a:latin typeface="Bookman Old Style" panose="02050604050505020204" pitchFamily="18" charset="0"/>
            </a:endParaRPr>
          </a:p>
          <a:p>
            <a:pPr algn="just">
              <a:lnSpc>
                <a:spcPct val="150000"/>
              </a:lnSpc>
            </a:pPr>
            <a:r>
              <a:rPr lang="fr-FR" altLang="fr-FR" b="1" dirty="0">
                <a:solidFill>
                  <a:srgbClr val="0A0A0A"/>
                </a:solidFill>
                <a:latin typeface="Bookman Old Style" panose="02050604050505020204" pitchFamily="18" charset="0"/>
              </a:rPr>
              <a:t>3- Formation continue :</a:t>
            </a:r>
            <a:r>
              <a:rPr lang="fr-FR" altLang="fr-FR" dirty="0">
                <a:solidFill>
                  <a:srgbClr val="0A0A0A"/>
                </a:solidFill>
                <a:latin typeface="Bookman Old Style" panose="02050604050505020204" pitchFamily="18" charset="0"/>
              </a:rPr>
              <a:t> </a:t>
            </a:r>
          </a:p>
          <a:p>
            <a:pPr algn="just">
              <a:lnSpc>
                <a:spcPct val="150000"/>
              </a:lnSpc>
            </a:pPr>
            <a:endParaRPr lang="fr-FR" altLang="fr-FR" dirty="0">
              <a:solidFill>
                <a:srgbClr val="0A0A0A"/>
              </a:solidFill>
              <a:latin typeface="Bookman Old Style" panose="02050604050505020204" pitchFamily="18" charset="0"/>
            </a:endParaRPr>
          </a:p>
          <a:p>
            <a:pPr algn="just">
              <a:lnSpc>
                <a:spcPct val="150000"/>
              </a:lnSpc>
            </a:pPr>
            <a:endParaRPr lang="fr-FR" altLang="fr-FR" sz="1700" dirty="0">
              <a:solidFill>
                <a:srgbClr val="0A0A0A"/>
              </a:solidFill>
              <a:latin typeface="Bookman Old Style" panose="02050604050505020204" pitchFamily="18" charset="0"/>
            </a:endParaRPr>
          </a:p>
          <a:p>
            <a:pPr algn="just">
              <a:lnSpc>
                <a:spcPct val="150000"/>
              </a:lnSpc>
            </a:pPr>
            <a:endParaRPr lang="fr-FR" altLang="fr-FR" sz="1700" dirty="0">
              <a:solidFill>
                <a:srgbClr val="0A0A0A"/>
              </a:solidFill>
              <a:latin typeface="Bookman Old Style" panose="02050604050505020204" pitchFamily="18" charset="0"/>
            </a:endParaRPr>
          </a:p>
          <a:p>
            <a:pPr algn="just">
              <a:lnSpc>
                <a:spcPct val="150000"/>
              </a:lnSpc>
            </a:pPr>
            <a:endParaRPr lang="fr-FR" sz="1600" b="1" dirty="0">
              <a:latin typeface="Bookman Old Style" panose="02050604050505020204" pitchFamily="18" charset="0"/>
            </a:endParaRPr>
          </a:p>
          <a:p>
            <a:pPr algn="just">
              <a:lnSpc>
                <a:spcPct val="150000"/>
              </a:lnSpc>
            </a:pPr>
            <a:endParaRPr lang="fr-FR" sz="1600" b="1" dirty="0">
              <a:latin typeface="Bookman Old Style" panose="02050604050505020204" pitchFamily="18" charset="0"/>
            </a:endParaRPr>
          </a:p>
          <a:p>
            <a:pPr algn="just">
              <a:lnSpc>
                <a:spcPct val="150000"/>
              </a:lnSpc>
            </a:pPr>
            <a:endParaRPr lang="fr-FR" sz="1600" b="1" dirty="0">
              <a:latin typeface="Bookman Old Style" panose="02050604050505020204" pitchFamily="18" charset="0"/>
            </a:endParaRPr>
          </a:p>
          <a:p>
            <a:pPr algn="just">
              <a:lnSpc>
                <a:spcPct val="150000"/>
              </a:lnSpc>
            </a:pPr>
            <a:r>
              <a:rPr lang="fr-FR" b="1" dirty="0">
                <a:latin typeface="Bookman Old Style" panose="02050604050505020204" pitchFamily="18" charset="0"/>
              </a:rPr>
              <a:t>4- Synergie public-privé </a:t>
            </a:r>
            <a:r>
              <a:rPr lang="fr-FR" sz="1600" b="1" dirty="0">
                <a:latin typeface="Bookman Old Style" panose="02050604050505020204" pitchFamily="18" charset="0"/>
              </a:rPr>
              <a:t>:</a:t>
            </a:r>
            <a:r>
              <a:rPr lang="fr-FR" sz="1600" dirty="0">
                <a:latin typeface="Bookman Old Style" panose="02050604050505020204" pitchFamily="18" charset="0"/>
              </a:rPr>
              <a:t> </a:t>
            </a:r>
          </a:p>
          <a:p>
            <a:pPr marL="0" indent="0" algn="just">
              <a:lnSpc>
                <a:spcPct val="150000"/>
              </a:lnSpc>
              <a:buNone/>
            </a:pPr>
            <a:endParaRPr lang="fr-FR" sz="1900" b="1" dirty="0">
              <a:latin typeface="Bookman Old Style" panose="02050604050505020204" pitchFamily="18" charset="0"/>
            </a:endParaRPr>
          </a:p>
          <a:p>
            <a:pPr marL="0" indent="0" algn="just">
              <a:lnSpc>
                <a:spcPct val="150000"/>
              </a:lnSpc>
              <a:buNone/>
            </a:pPr>
            <a:r>
              <a:rPr lang="fr-FR" sz="1900" b="1" dirty="0">
                <a:latin typeface="Bookman Old Style" panose="02050604050505020204" pitchFamily="18" charset="0"/>
              </a:rPr>
              <a:t> </a:t>
            </a:r>
          </a:p>
          <a:p>
            <a:endParaRPr lang="fr-FR" dirty="0"/>
          </a:p>
        </p:txBody>
      </p:sp>
      <p:pic>
        <p:nvPicPr>
          <p:cNvPr id="4" name="Image 3">
            <a:extLst>
              <a:ext uri="{FF2B5EF4-FFF2-40B4-BE49-F238E27FC236}">
                <a16:creationId xmlns:a16="http://schemas.microsoft.com/office/drawing/2014/main" id="{919E0583-DD73-3D63-A277-96B523AB45D5}"/>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4742895" y="3959441"/>
            <a:ext cx="6983768" cy="2288635"/>
          </a:xfrm>
          <a:prstGeom prst="rect">
            <a:avLst/>
          </a:prstGeom>
        </p:spPr>
      </p:pic>
      <p:pic>
        <p:nvPicPr>
          <p:cNvPr id="7" name="Image 6">
            <a:extLst>
              <a:ext uri="{FF2B5EF4-FFF2-40B4-BE49-F238E27FC236}">
                <a16:creationId xmlns:a16="http://schemas.microsoft.com/office/drawing/2014/main" id="{0F551042-5C48-1AD2-0E98-4978D38AFFB5}"/>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4742895" y="985638"/>
            <a:ext cx="6917293" cy="2689717"/>
          </a:xfrm>
          <a:prstGeom prst="rect">
            <a:avLst/>
          </a:prstGeom>
        </p:spPr>
      </p:pic>
      <p:sp>
        <p:nvSpPr>
          <p:cNvPr id="6" name="Espace réservé du numéro de diapositive 5">
            <a:extLst>
              <a:ext uri="{FF2B5EF4-FFF2-40B4-BE49-F238E27FC236}">
                <a16:creationId xmlns:a16="http://schemas.microsoft.com/office/drawing/2014/main" id="{7E0F10E4-717C-898E-17FB-5F428279E097}"/>
              </a:ext>
            </a:extLst>
          </p:cNvPr>
          <p:cNvSpPr>
            <a:spLocks noGrp="1"/>
          </p:cNvSpPr>
          <p:nvPr>
            <p:ph type="sldNum" sz="quarter" idx="12"/>
          </p:nvPr>
        </p:nvSpPr>
        <p:spPr/>
        <p:txBody>
          <a:bodyPr/>
          <a:lstStyle/>
          <a:p>
            <a:fld id="{4EFB72C0-99D3-44BB-B7E8-F5268695D5AA}" type="slidenum">
              <a:rPr lang="fr-FR" smtClean="0"/>
              <a:t>10</a:t>
            </a:fld>
            <a:endParaRPr lang="fr-FR"/>
          </a:p>
        </p:txBody>
      </p:sp>
    </p:spTree>
    <p:extLst>
      <p:ext uri="{BB962C8B-B14F-4D97-AF65-F5344CB8AC3E}">
        <p14:creationId xmlns:p14="http://schemas.microsoft.com/office/powerpoint/2010/main" val="3317559921"/>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74642AF5-1395-23EA-9DDD-6AE138068608}"/>
              </a:ext>
            </a:extLst>
          </p:cNvPr>
          <p:cNvSpPr>
            <a:spLocks noGrp="1"/>
          </p:cNvSpPr>
          <p:nvPr>
            <p:ph idx="4294967295"/>
          </p:nvPr>
        </p:nvSpPr>
        <p:spPr>
          <a:xfrm>
            <a:off x="554115" y="280910"/>
            <a:ext cx="11359718" cy="4351338"/>
          </a:xfrm>
          <a:prstGeom prst="rect">
            <a:avLst/>
          </a:prstGeom>
        </p:spPr>
        <p:txBody>
          <a:bodyPr>
            <a:normAutofit/>
          </a:bodyPr>
          <a:lstStyle/>
          <a:p>
            <a:pPr marL="0" indent="0" algn="just">
              <a:lnSpc>
                <a:spcPct val="150000"/>
              </a:lnSpc>
              <a:buNone/>
            </a:pPr>
            <a:r>
              <a:rPr lang="fr-FR" altLang="fr-FR" sz="1500" b="1" dirty="0">
                <a:solidFill>
                  <a:srgbClr val="0A0A0A"/>
                </a:solidFill>
                <a:latin typeface="Bookman Old Style" panose="02050604050505020204" pitchFamily="18" charset="0"/>
              </a:rPr>
              <a:t>5- La souveraineté numérique:</a:t>
            </a:r>
            <a:endParaRPr lang="fr-FR" sz="1500" dirty="0">
              <a:latin typeface="Bookman Old Style" panose="02050604050505020204" pitchFamily="18" charset="0"/>
            </a:endParaRPr>
          </a:p>
        </p:txBody>
      </p:sp>
      <p:pic>
        <p:nvPicPr>
          <p:cNvPr id="8" name="Image 7">
            <a:extLst>
              <a:ext uri="{FF2B5EF4-FFF2-40B4-BE49-F238E27FC236}">
                <a16:creationId xmlns:a16="http://schemas.microsoft.com/office/drawing/2014/main" id="{9BF36AFE-971F-E9C8-7B76-496EBB08EF60}"/>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5879546" y="417980"/>
            <a:ext cx="5830101" cy="1975302"/>
          </a:xfrm>
          <a:prstGeom prst="rect">
            <a:avLst/>
          </a:prstGeom>
        </p:spPr>
      </p:pic>
      <p:sp>
        <p:nvSpPr>
          <p:cNvPr id="10" name="ZoneTexte 9">
            <a:extLst>
              <a:ext uri="{FF2B5EF4-FFF2-40B4-BE49-F238E27FC236}">
                <a16:creationId xmlns:a16="http://schemas.microsoft.com/office/drawing/2014/main" id="{00CC80B8-1837-FAD6-6ACE-95E6CB533AD0}"/>
              </a:ext>
            </a:extLst>
          </p:cNvPr>
          <p:cNvSpPr txBox="1"/>
          <p:nvPr/>
        </p:nvSpPr>
        <p:spPr>
          <a:xfrm>
            <a:off x="860394" y="1336097"/>
            <a:ext cx="5019152" cy="460319"/>
          </a:xfrm>
          <a:prstGeom prst="rect">
            <a:avLst/>
          </a:prstGeom>
          <a:noFill/>
          <a:ln>
            <a:noFill/>
          </a:ln>
        </p:spPr>
        <p:txBody>
          <a:bodyPr wrap="square" rtlCol="0">
            <a:spAutoFit/>
          </a:bodyPr>
          <a:lstStyle/>
          <a:p>
            <a:pPr lvl="0" algn="just" defTabSz="914400" eaLnBrk="0" fontAlgn="base" hangingPunct="0">
              <a:lnSpc>
                <a:spcPct val="150000"/>
              </a:lnSpc>
              <a:spcBef>
                <a:spcPct val="0"/>
              </a:spcBef>
              <a:spcAft>
                <a:spcPct val="0"/>
              </a:spcAft>
            </a:pPr>
            <a:r>
              <a:rPr lang="fr-FR" altLang="fr-FR" b="1" dirty="0">
                <a:solidFill>
                  <a:srgbClr val="0A0A0A"/>
                </a:solidFill>
                <a:latin typeface="Bookman Old Style" panose="02050604050505020204" pitchFamily="18" charset="0"/>
              </a:rPr>
              <a:t>- </a:t>
            </a:r>
            <a:r>
              <a:rPr lang="fr-FR" altLang="fr-FR" dirty="0">
                <a:solidFill>
                  <a:srgbClr val="0A0A0A"/>
                </a:solidFill>
                <a:latin typeface="Bookman Old Style" panose="02050604050505020204" pitchFamily="18" charset="0"/>
              </a:rPr>
              <a:t>Localisation et Contrôle des Données</a:t>
            </a:r>
            <a:endParaRPr lang="fr-FR" altLang="fr-FR" dirty="0">
              <a:latin typeface="Bookman Old Style" panose="02050604050505020204" pitchFamily="18" charset="0"/>
            </a:endParaRPr>
          </a:p>
        </p:txBody>
      </p:sp>
      <p:pic>
        <p:nvPicPr>
          <p:cNvPr id="12" name="Image 11">
            <a:extLst>
              <a:ext uri="{FF2B5EF4-FFF2-40B4-BE49-F238E27FC236}">
                <a16:creationId xmlns:a16="http://schemas.microsoft.com/office/drawing/2014/main" id="{39CA666F-627C-E8C9-29A6-0D3ED0380144}"/>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6233974" y="2750431"/>
            <a:ext cx="5463314" cy="2018887"/>
          </a:xfrm>
          <a:prstGeom prst="rect">
            <a:avLst/>
          </a:prstGeom>
        </p:spPr>
      </p:pic>
      <p:sp>
        <p:nvSpPr>
          <p:cNvPr id="14" name="ZoneTexte 13">
            <a:extLst>
              <a:ext uri="{FF2B5EF4-FFF2-40B4-BE49-F238E27FC236}">
                <a16:creationId xmlns:a16="http://schemas.microsoft.com/office/drawing/2014/main" id="{862DF0C2-8345-43BA-EB6A-E8571469979F}"/>
              </a:ext>
            </a:extLst>
          </p:cNvPr>
          <p:cNvSpPr txBox="1"/>
          <p:nvPr/>
        </p:nvSpPr>
        <p:spPr>
          <a:xfrm>
            <a:off x="4118223" y="3181571"/>
            <a:ext cx="1923924" cy="369332"/>
          </a:xfrm>
          <a:prstGeom prst="rect">
            <a:avLst/>
          </a:prstGeom>
          <a:noFill/>
        </p:spPr>
        <p:txBody>
          <a:bodyPr wrap="square" rtlCol="0">
            <a:spAutoFit/>
          </a:bodyPr>
          <a:lstStyle/>
          <a:p>
            <a:r>
              <a:rPr lang="fr-FR" dirty="0">
                <a:latin typeface="Bookman Old Style" panose="02050604050505020204" pitchFamily="18" charset="0"/>
              </a:rPr>
              <a:t>- Data Center </a:t>
            </a:r>
            <a:endParaRPr lang="fr-FR" dirty="0"/>
          </a:p>
        </p:txBody>
      </p:sp>
      <p:pic>
        <p:nvPicPr>
          <p:cNvPr id="16" name="Image 15">
            <a:extLst>
              <a:ext uri="{FF2B5EF4-FFF2-40B4-BE49-F238E27FC236}">
                <a16:creationId xmlns:a16="http://schemas.microsoft.com/office/drawing/2014/main" id="{80E93CE1-3419-F519-1992-383AFF679768}"/>
              </a:ext>
            </a:extLst>
          </p:cNvPr>
          <p:cNvPicPr>
            <a:picLocks noChangeAspect="1"/>
          </p:cNvPicPr>
          <p:nvPr/>
        </p:nvPicPr>
        <p:blipFill>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tretch>
            <a:fillRect/>
          </a:stretch>
        </p:blipFill>
        <p:spPr>
          <a:xfrm>
            <a:off x="259829" y="4329921"/>
            <a:ext cx="5619717" cy="2417108"/>
          </a:xfrm>
          <a:prstGeom prst="rect">
            <a:avLst/>
          </a:prstGeom>
        </p:spPr>
      </p:pic>
      <p:sp>
        <p:nvSpPr>
          <p:cNvPr id="17" name="ZoneTexte 16">
            <a:extLst>
              <a:ext uri="{FF2B5EF4-FFF2-40B4-BE49-F238E27FC236}">
                <a16:creationId xmlns:a16="http://schemas.microsoft.com/office/drawing/2014/main" id="{430E0286-BAD7-510F-2BC9-5A2073A80DDE}"/>
              </a:ext>
            </a:extLst>
          </p:cNvPr>
          <p:cNvSpPr txBox="1"/>
          <p:nvPr/>
        </p:nvSpPr>
        <p:spPr>
          <a:xfrm>
            <a:off x="6096000" y="5606456"/>
            <a:ext cx="4503938" cy="338554"/>
          </a:xfrm>
          <a:prstGeom prst="rect">
            <a:avLst/>
          </a:prstGeom>
          <a:noFill/>
        </p:spPr>
        <p:txBody>
          <a:bodyPr wrap="square" rtlCol="0">
            <a:spAutoFit/>
          </a:bodyPr>
          <a:lstStyle/>
          <a:p>
            <a:r>
              <a:rPr lang="fr-FR" sz="1600" b="1" dirty="0">
                <a:latin typeface="Bookman Old Style" panose="02050604050505020204" pitchFamily="18" charset="0"/>
              </a:rPr>
              <a:t>-</a:t>
            </a:r>
            <a:r>
              <a:rPr lang="fr-FR" sz="1400" dirty="0">
                <a:latin typeface="Bookman Old Style" panose="02050604050505020204" pitchFamily="18" charset="0"/>
              </a:rPr>
              <a:t> SECURISATION DES INSFRASTRUCRES</a:t>
            </a:r>
          </a:p>
        </p:txBody>
      </p:sp>
      <p:sp>
        <p:nvSpPr>
          <p:cNvPr id="5" name="Espace réservé du numéro de diapositive 4">
            <a:extLst>
              <a:ext uri="{FF2B5EF4-FFF2-40B4-BE49-F238E27FC236}">
                <a16:creationId xmlns:a16="http://schemas.microsoft.com/office/drawing/2014/main" id="{B105D0F1-9C04-FF1B-A22A-35EF87FED486}"/>
              </a:ext>
            </a:extLst>
          </p:cNvPr>
          <p:cNvSpPr>
            <a:spLocks noGrp="1"/>
          </p:cNvSpPr>
          <p:nvPr>
            <p:ph type="sldNum" sz="quarter" idx="12"/>
          </p:nvPr>
        </p:nvSpPr>
        <p:spPr/>
        <p:txBody>
          <a:bodyPr/>
          <a:lstStyle/>
          <a:p>
            <a:fld id="{4EFB72C0-99D3-44BB-B7E8-F5268695D5AA}" type="slidenum">
              <a:rPr lang="fr-FR" smtClean="0"/>
              <a:t>11</a:t>
            </a:fld>
            <a:endParaRPr lang="fr-FR"/>
          </a:p>
        </p:txBody>
      </p:sp>
    </p:spTree>
    <p:extLst>
      <p:ext uri="{BB962C8B-B14F-4D97-AF65-F5344CB8AC3E}">
        <p14:creationId xmlns:p14="http://schemas.microsoft.com/office/powerpoint/2010/main" val="3323731167"/>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900" decel="100000" fill="hold"/>
                                        <p:tgtEl>
                                          <p:spTgt spid="3">
                                            <p:txEl>
                                              <p:pRg st="0" end="0"/>
                                            </p:txEl>
                                          </p:spTgt>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3">
                                            <p:txEl>
                                              <p:pRg st="0" end="0"/>
                                            </p:txEl>
                                          </p:spTgt>
                                        </p:tgtEl>
                                        <p:attrNameLst>
                                          <p:attrName>ppt_y</p:attrName>
                                        </p:attrNameLst>
                                      </p:cBhvr>
                                      <p:tavLst>
                                        <p:tav tm="0">
                                          <p:val>
                                            <p:strVal val="#ppt_y-.03"/>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1000"/>
                                        <p:tgtEl>
                                          <p:spTgt spid="10"/>
                                        </p:tgtEl>
                                      </p:cBhvr>
                                    </p:animEffect>
                                    <p:anim calcmode="lin" valueType="num">
                                      <p:cBhvr>
                                        <p:cTn id="16" dur="1000" fill="hold"/>
                                        <p:tgtEl>
                                          <p:spTgt spid="10"/>
                                        </p:tgtEl>
                                        <p:attrNameLst>
                                          <p:attrName>ppt_x</p:attrName>
                                        </p:attrNameLst>
                                      </p:cBhvr>
                                      <p:tavLst>
                                        <p:tav tm="0">
                                          <p:val>
                                            <p:strVal val="#ppt_x"/>
                                          </p:val>
                                        </p:tav>
                                        <p:tav tm="100000">
                                          <p:val>
                                            <p:strVal val="#ppt_x"/>
                                          </p:val>
                                        </p:tav>
                                      </p:tavLst>
                                    </p:anim>
                                    <p:anim calcmode="lin" valueType="num">
                                      <p:cBhvr>
                                        <p:cTn id="17" dur="1000" fill="hold"/>
                                        <p:tgtEl>
                                          <p:spTgt spid="10"/>
                                        </p:tgtEl>
                                        <p:attrNameLst>
                                          <p:attrName>ppt_y</p:attrName>
                                        </p:attrNameLst>
                                      </p:cBhvr>
                                      <p:tavLst>
                                        <p:tav tm="0">
                                          <p:val>
                                            <p:strVal val="#ppt_y+.1"/>
                                          </p:val>
                                        </p:tav>
                                        <p:tav tm="100000">
                                          <p:val>
                                            <p:strVal val="#ppt_y"/>
                                          </p:val>
                                        </p:tav>
                                      </p:tavLst>
                                    </p:anim>
                                  </p:childTnLst>
                                </p:cTn>
                              </p:par>
                              <p:par>
                                <p:cTn id="18" presetID="42" presetClass="entr" presetSubtype="0" fill="hold"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1000"/>
                                        <p:tgtEl>
                                          <p:spTgt spid="8"/>
                                        </p:tgtEl>
                                      </p:cBhvr>
                                    </p:animEffect>
                                    <p:anim calcmode="lin" valueType="num">
                                      <p:cBhvr>
                                        <p:cTn id="21" dur="1000" fill="hold"/>
                                        <p:tgtEl>
                                          <p:spTgt spid="8"/>
                                        </p:tgtEl>
                                        <p:attrNameLst>
                                          <p:attrName>ppt_x</p:attrName>
                                        </p:attrNameLst>
                                      </p:cBhvr>
                                      <p:tavLst>
                                        <p:tav tm="0">
                                          <p:val>
                                            <p:strVal val="#ppt_x"/>
                                          </p:val>
                                        </p:tav>
                                        <p:tav tm="100000">
                                          <p:val>
                                            <p:strVal val="#ppt_x"/>
                                          </p:val>
                                        </p:tav>
                                      </p:tavLst>
                                    </p:anim>
                                    <p:anim calcmode="lin" valueType="num">
                                      <p:cBhvr>
                                        <p:cTn id="22"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5"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 calcmode="lin" valueType="num">
                                      <p:cBhvr>
                                        <p:cTn id="27" dur="500" decel="50000" fill="hold">
                                          <p:stCondLst>
                                            <p:cond delay="0"/>
                                          </p:stCondLst>
                                        </p:cTn>
                                        <p:tgtEl>
                                          <p:spTgt spid="14"/>
                                        </p:tgtEl>
                                        <p:attrNameLst>
                                          <p:attrName>style.rotation</p:attrName>
                                        </p:attrNameLst>
                                      </p:cBhvr>
                                      <p:tavLst>
                                        <p:tav tm="0">
                                          <p:val>
                                            <p:fltVal val="-90"/>
                                          </p:val>
                                        </p:tav>
                                        <p:tav tm="100000">
                                          <p:val>
                                            <p:fltVal val="0"/>
                                          </p:val>
                                        </p:tav>
                                      </p:tavLst>
                                    </p:anim>
                                    <p:anim calcmode="lin" valueType="num">
                                      <p:cBhvr>
                                        <p:cTn id="28" dur="500" decel="50000" fill="hold">
                                          <p:stCondLst>
                                            <p:cond delay="0"/>
                                          </p:stCondLst>
                                        </p:cTn>
                                        <p:tgtEl>
                                          <p:spTgt spid="14"/>
                                        </p:tgtEl>
                                        <p:attrNameLst>
                                          <p:attrName>ppt_w</p:attrName>
                                        </p:attrNameLst>
                                      </p:cBhvr>
                                      <p:tavLst>
                                        <p:tav tm="0">
                                          <p:val>
                                            <p:strVal val="#ppt_w"/>
                                          </p:val>
                                        </p:tav>
                                        <p:tav tm="100000">
                                          <p:val>
                                            <p:strVal val="#ppt_w*.05"/>
                                          </p:val>
                                        </p:tav>
                                      </p:tavLst>
                                    </p:anim>
                                    <p:anim calcmode="lin" valueType="num">
                                      <p:cBhvr>
                                        <p:cTn id="29" dur="500" accel="50000" fill="hold">
                                          <p:stCondLst>
                                            <p:cond delay="500"/>
                                          </p:stCondLst>
                                        </p:cTn>
                                        <p:tgtEl>
                                          <p:spTgt spid="14"/>
                                        </p:tgtEl>
                                        <p:attrNameLst>
                                          <p:attrName>ppt_w</p:attrName>
                                        </p:attrNameLst>
                                      </p:cBhvr>
                                      <p:tavLst>
                                        <p:tav tm="0">
                                          <p:val>
                                            <p:strVal val="#ppt_w*.05"/>
                                          </p:val>
                                        </p:tav>
                                        <p:tav tm="100000">
                                          <p:val>
                                            <p:strVal val="#ppt_w"/>
                                          </p:val>
                                        </p:tav>
                                      </p:tavLst>
                                    </p:anim>
                                    <p:anim calcmode="lin" valueType="num">
                                      <p:cBhvr>
                                        <p:cTn id="30" dur="1000" fill="hold"/>
                                        <p:tgtEl>
                                          <p:spTgt spid="14"/>
                                        </p:tgtEl>
                                        <p:attrNameLst>
                                          <p:attrName>ppt_h</p:attrName>
                                        </p:attrNameLst>
                                      </p:cBhvr>
                                      <p:tavLst>
                                        <p:tav tm="0">
                                          <p:val>
                                            <p:strVal val="#ppt_h"/>
                                          </p:val>
                                        </p:tav>
                                        <p:tav tm="100000">
                                          <p:val>
                                            <p:strVal val="#ppt_h"/>
                                          </p:val>
                                        </p:tav>
                                      </p:tavLst>
                                    </p:anim>
                                    <p:anim calcmode="lin" valueType="num">
                                      <p:cBhvr>
                                        <p:cTn id="31" dur="500" decel="50000" fill="hold">
                                          <p:stCondLst>
                                            <p:cond delay="0"/>
                                          </p:stCondLst>
                                        </p:cTn>
                                        <p:tgtEl>
                                          <p:spTgt spid="14"/>
                                        </p:tgtEl>
                                        <p:attrNameLst>
                                          <p:attrName>ppt_x</p:attrName>
                                        </p:attrNameLst>
                                      </p:cBhvr>
                                      <p:tavLst>
                                        <p:tav tm="0">
                                          <p:val>
                                            <p:strVal val="#ppt_x+.4"/>
                                          </p:val>
                                        </p:tav>
                                        <p:tav tm="100000">
                                          <p:val>
                                            <p:strVal val="#ppt_x"/>
                                          </p:val>
                                        </p:tav>
                                      </p:tavLst>
                                    </p:anim>
                                    <p:anim calcmode="lin" valueType="num">
                                      <p:cBhvr>
                                        <p:cTn id="32" dur="500" decel="50000" fill="hold">
                                          <p:stCondLst>
                                            <p:cond delay="0"/>
                                          </p:stCondLst>
                                        </p:cTn>
                                        <p:tgtEl>
                                          <p:spTgt spid="14"/>
                                        </p:tgtEl>
                                        <p:attrNameLst>
                                          <p:attrName>ppt_y</p:attrName>
                                        </p:attrNameLst>
                                      </p:cBhvr>
                                      <p:tavLst>
                                        <p:tav tm="0">
                                          <p:val>
                                            <p:strVal val="#ppt_y-.2"/>
                                          </p:val>
                                        </p:tav>
                                        <p:tav tm="100000">
                                          <p:val>
                                            <p:strVal val="#ppt_y+.1"/>
                                          </p:val>
                                        </p:tav>
                                      </p:tavLst>
                                    </p:anim>
                                    <p:anim calcmode="lin" valueType="num">
                                      <p:cBhvr>
                                        <p:cTn id="33" dur="500" accel="50000" fill="hold">
                                          <p:stCondLst>
                                            <p:cond delay="500"/>
                                          </p:stCondLst>
                                        </p:cTn>
                                        <p:tgtEl>
                                          <p:spTgt spid="14"/>
                                        </p:tgtEl>
                                        <p:attrNameLst>
                                          <p:attrName>ppt_y</p:attrName>
                                        </p:attrNameLst>
                                      </p:cBhvr>
                                      <p:tavLst>
                                        <p:tav tm="0">
                                          <p:val>
                                            <p:strVal val="#ppt_y+.1"/>
                                          </p:val>
                                        </p:tav>
                                        <p:tav tm="100000">
                                          <p:val>
                                            <p:strVal val="#ppt_y"/>
                                          </p:val>
                                        </p:tav>
                                      </p:tavLst>
                                    </p:anim>
                                    <p:animEffect transition="in" filter="fade">
                                      <p:cBhvr>
                                        <p:cTn id="34" dur="1000" decel="50000">
                                          <p:stCondLst>
                                            <p:cond delay="0"/>
                                          </p:stCondLst>
                                        </p:cTn>
                                        <p:tgtEl>
                                          <p:spTgt spid="14"/>
                                        </p:tgtEl>
                                      </p:cBhvr>
                                    </p:animEffect>
                                  </p:childTnLst>
                                </p:cTn>
                              </p:par>
                              <p:par>
                                <p:cTn id="35" presetID="25" presetClass="entr" presetSubtype="0" fill="hold" nodeType="withEffect">
                                  <p:stCondLst>
                                    <p:cond delay="0"/>
                                  </p:stCondLst>
                                  <p:childTnLst>
                                    <p:set>
                                      <p:cBhvr>
                                        <p:cTn id="36" dur="1" fill="hold">
                                          <p:stCondLst>
                                            <p:cond delay="0"/>
                                          </p:stCondLst>
                                        </p:cTn>
                                        <p:tgtEl>
                                          <p:spTgt spid="12"/>
                                        </p:tgtEl>
                                        <p:attrNameLst>
                                          <p:attrName>style.visibility</p:attrName>
                                        </p:attrNameLst>
                                      </p:cBhvr>
                                      <p:to>
                                        <p:strVal val="visible"/>
                                      </p:to>
                                    </p:set>
                                    <p:anim calcmode="lin" valueType="num">
                                      <p:cBhvr>
                                        <p:cTn id="37" dur="500" decel="50000" fill="hold">
                                          <p:stCondLst>
                                            <p:cond delay="0"/>
                                          </p:stCondLst>
                                        </p:cTn>
                                        <p:tgtEl>
                                          <p:spTgt spid="12"/>
                                        </p:tgtEl>
                                        <p:attrNameLst>
                                          <p:attrName>style.rotation</p:attrName>
                                        </p:attrNameLst>
                                      </p:cBhvr>
                                      <p:tavLst>
                                        <p:tav tm="0">
                                          <p:val>
                                            <p:fltVal val="-90"/>
                                          </p:val>
                                        </p:tav>
                                        <p:tav tm="100000">
                                          <p:val>
                                            <p:fltVal val="0"/>
                                          </p:val>
                                        </p:tav>
                                      </p:tavLst>
                                    </p:anim>
                                    <p:anim calcmode="lin" valueType="num">
                                      <p:cBhvr>
                                        <p:cTn id="38" dur="500" decel="50000" fill="hold">
                                          <p:stCondLst>
                                            <p:cond delay="0"/>
                                          </p:stCondLst>
                                        </p:cTn>
                                        <p:tgtEl>
                                          <p:spTgt spid="12"/>
                                        </p:tgtEl>
                                        <p:attrNameLst>
                                          <p:attrName>ppt_w</p:attrName>
                                        </p:attrNameLst>
                                      </p:cBhvr>
                                      <p:tavLst>
                                        <p:tav tm="0">
                                          <p:val>
                                            <p:strVal val="#ppt_w"/>
                                          </p:val>
                                        </p:tav>
                                        <p:tav tm="100000">
                                          <p:val>
                                            <p:strVal val="#ppt_w*.05"/>
                                          </p:val>
                                        </p:tav>
                                      </p:tavLst>
                                    </p:anim>
                                    <p:anim calcmode="lin" valueType="num">
                                      <p:cBhvr>
                                        <p:cTn id="39" dur="500" accel="50000" fill="hold">
                                          <p:stCondLst>
                                            <p:cond delay="500"/>
                                          </p:stCondLst>
                                        </p:cTn>
                                        <p:tgtEl>
                                          <p:spTgt spid="12"/>
                                        </p:tgtEl>
                                        <p:attrNameLst>
                                          <p:attrName>ppt_w</p:attrName>
                                        </p:attrNameLst>
                                      </p:cBhvr>
                                      <p:tavLst>
                                        <p:tav tm="0">
                                          <p:val>
                                            <p:strVal val="#ppt_w*.05"/>
                                          </p:val>
                                        </p:tav>
                                        <p:tav tm="100000">
                                          <p:val>
                                            <p:strVal val="#ppt_w"/>
                                          </p:val>
                                        </p:tav>
                                      </p:tavLst>
                                    </p:anim>
                                    <p:anim calcmode="lin" valueType="num">
                                      <p:cBhvr>
                                        <p:cTn id="40" dur="1000" fill="hold"/>
                                        <p:tgtEl>
                                          <p:spTgt spid="12"/>
                                        </p:tgtEl>
                                        <p:attrNameLst>
                                          <p:attrName>ppt_h</p:attrName>
                                        </p:attrNameLst>
                                      </p:cBhvr>
                                      <p:tavLst>
                                        <p:tav tm="0">
                                          <p:val>
                                            <p:strVal val="#ppt_h"/>
                                          </p:val>
                                        </p:tav>
                                        <p:tav tm="100000">
                                          <p:val>
                                            <p:strVal val="#ppt_h"/>
                                          </p:val>
                                        </p:tav>
                                      </p:tavLst>
                                    </p:anim>
                                    <p:anim calcmode="lin" valueType="num">
                                      <p:cBhvr>
                                        <p:cTn id="41" dur="500" decel="50000" fill="hold">
                                          <p:stCondLst>
                                            <p:cond delay="0"/>
                                          </p:stCondLst>
                                        </p:cTn>
                                        <p:tgtEl>
                                          <p:spTgt spid="12"/>
                                        </p:tgtEl>
                                        <p:attrNameLst>
                                          <p:attrName>ppt_x</p:attrName>
                                        </p:attrNameLst>
                                      </p:cBhvr>
                                      <p:tavLst>
                                        <p:tav tm="0">
                                          <p:val>
                                            <p:strVal val="#ppt_x+.4"/>
                                          </p:val>
                                        </p:tav>
                                        <p:tav tm="100000">
                                          <p:val>
                                            <p:strVal val="#ppt_x"/>
                                          </p:val>
                                        </p:tav>
                                      </p:tavLst>
                                    </p:anim>
                                    <p:anim calcmode="lin" valueType="num">
                                      <p:cBhvr>
                                        <p:cTn id="42" dur="500" decel="50000" fill="hold">
                                          <p:stCondLst>
                                            <p:cond delay="0"/>
                                          </p:stCondLst>
                                        </p:cTn>
                                        <p:tgtEl>
                                          <p:spTgt spid="12"/>
                                        </p:tgtEl>
                                        <p:attrNameLst>
                                          <p:attrName>ppt_y</p:attrName>
                                        </p:attrNameLst>
                                      </p:cBhvr>
                                      <p:tavLst>
                                        <p:tav tm="0">
                                          <p:val>
                                            <p:strVal val="#ppt_y-.2"/>
                                          </p:val>
                                        </p:tav>
                                        <p:tav tm="100000">
                                          <p:val>
                                            <p:strVal val="#ppt_y+.1"/>
                                          </p:val>
                                        </p:tav>
                                      </p:tavLst>
                                    </p:anim>
                                    <p:anim calcmode="lin" valueType="num">
                                      <p:cBhvr>
                                        <p:cTn id="43" dur="500" accel="50000" fill="hold">
                                          <p:stCondLst>
                                            <p:cond delay="500"/>
                                          </p:stCondLst>
                                        </p:cTn>
                                        <p:tgtEl>
                                          <p:spTgt spid="12"/>
                                        </p:tgtEl>
                                        <p:attrNameLst>
                                          <p:attrName>ppt_y</p:attrName>
                                        </p:attrNameLst>
                                      </p:cBhvr>
                                      <p:tavLst>
                                        <p:tav tm="0">
                                          <p:val>
                                            <p:strVal val="#ppt_y+.1"/>
                                          </p:val>
                                        </p:tav>
                                        <p:tav tm="100000">
                                          <p:val>
                                            <p:strVal val="#ppt_y"/>
                                          </p:val>
                                        </p:tav>
                                      </p:tavLst>
                                    </p:anim>
                                    <p:animEffect transition="in" filter="fade">
                                      <p:cBhvr>
                                        <p:cTn id="44" dur="1000" decel="50000">
                                          <p:stCondLst>
                                            <p:cond delay="0"/>
                                          </p:stCondLst>
                                        </p:cTn>
                                        <p:tgtEl>
                                          <p:spTgt spid="12"/>
                                        </p:tgtEl>
                                      </p:cBhvr>
                                    </p:animEffect>
                                  </p:childTnLst>
                                </p:cTn>
                              </p:par>
                            </p:childTnLst>
                          </p:cTn>
                        </p:par>
                      </p:childTnLst>
                    </p:cTn>
                  </p:par>
                  <p:par>
                    <p:cTn id="45" fill="hold">
                      <p:stCondLst>
                        <p:cond delay="indefinite"/>
                      </p:stCondLst>
                      <p:childTnLst>
                        <p:par>
                          <p:cTn id="46" fill="hold">
                            <p:stCondLst>
                              <p:cond delay="0"/>
                            </p:stCondLst>
                            <p:childTnLst>
                              <p:par>
                                <p:cTn id="47" presetID="17" presetClass="entr" presetSubtype="10" fill="hold" nodeType="clickEffect">
                                  <p:stCondLst>
                                    <p:cond delay="0"/>
                                  </p:stCondLst>
                                  <p:childTnLst>
                                    <p:set>
                                      <p:cBhvr>
                                        <p:cTn id="48" dur="1" fill="hold">
                                          <p:stCondLst>
                                            <p:cond delay="0"/>
                                          </p:stCondLst>
                                        </p:cTn>
                                        <p:tgtEl>
                                          <p:spTgt spid="16"/>
                                        </p:tgtEl>
                                        <p:attrNameLst>
                                          <p:attrName>style.visibility</p:attrName>
                                        </p:attrNameLst>
                                      </p:cBhvr>
                                      <p:to>
                                        <p:strVal val="visible"/>
                                      </p:to>
                                    </p:set>
                                    <p:anim calcmode="lin" valueType="num">
                                      <p:cBhvr>
                                        <p:cTn id="49" dur="500" fill="hold"/>
                                        <p:tgtEl>
                                          <p:spTgt spid="16"/>
                                        </p:tgtEl>
                                        <p:attrNameLst>
                                          <p:attrName>ppt_w</p:attrName>
                                        </p:attrNameLst>
                                      </p:cBhvr>
                                      <p:tavLst>
                                        <p:tav tm="0">
                                          <p:val>
                                            <p:fltVal val="0"/>
                                          </p:val>
                                        </p:tav>
                                        <p:tav tm="100000">
                                          <p:val>
                                            <p:strVal val="#ppt_w"/>
                                          </p:val>
                                        </p:tav>
                                      </p:tavLst>
                                    </p:anim>
                                    <p:anim calcmode="lin" valueType="num">
                                      <p:cBhvr>
                                        <p:cTn id="50" dur="500" fill="hold"/>
                                        <p:tgtEl>
                                          <p:spTgt spid="16"/>
                                        </p:tgtEl>
                                        <p:attrNameLst>
                                          <p:attrName>ppt_h</p:attrName>
                                        </p:attrNameLst>
                                      </p:cBhvr>
                                      <p:tavLst>
                                        <p:tav tm="0">
                                          <p:val>
                                            <p:strVal val="#ppt_h"/>
                                          </p:val>
                                        </p:tav>
                                        <p:tav tm="100000">
                                          <p:val>
                                            <p:strVal val="#ppt_h"/>
                                          </p:val>
                                        </p:tav>
                                      </p:tavLst>
                                    </p:anim>
                                  </p:childTnLst>
                                </p:cTn>
                              </p:par>
                              <p:par>
                                <p:cTn id="51" presetID="17" presetClass="entr" presetSubtype="10" fill="hold" grpId="0" nodeType="withEffect">
                                  <p:stCondLst>
                                    <p:cond delay="0"/>
                                  </p:stCondLst>
                                  <p:childTnLst>
                                    <p:set>
                                      <p:cBhvr>
                                        <p:cTn id="52" dur="1" fill="hold">
                                          <p:stCondLst>
                                            <p:cond delay="0"/>
                                          </p:stCondLst>
                                        </p:cTn>
                                        <p:tgtEl>
                                          <p:spTgt spid="17"/>
                                        </p:tgtEl>
                                        <p:attrNameLst>
                                          <p:attrName>style.visibility</p:attrName>
                                        </p:attrNameLst>
                                      </p:cBhvr>
                                      <p:to>
                                        <p:strVal val="visible"/>
                                      </p:to>
                                    </p:set>
                                    <p:anim calcmode="lin" valueType="num">
                                      <p:cBhvr>
                                        <p:cTn id="53" dur="500" fill="hold"/>
                                        <p:tgtEl>
                                          <p:spTgt spid="17"/>
                                        </p:tgtEl>
                                        <p:attrNameLst>
                                          <p:attrName>ppt_w</p:attrName>
                                        </p:attrNameLst>
                                      </p:cBhvr>
                                      <p:tavLst>
                                        <p:tav tm="0">
                                          <p:val>
                                            <p:fltVal val="0"/>
                                          </p:val>
                                        </p:tav>
                                        <p:tav tm="100000">
                                          <p:val>
                                            <p:strVal val="#ppt_w"/>
                                          </p:val>
                                        </p:tav>
                                      </p:tavLst>
                                    </p:anim>
                                    <p:anim calcmode="lin" valueType="num">
                                      <p:cBhvr>
                                        <p:cTn id="54" dur="500" fill="hold"/>
                                        <p:tgtEl>
                                          <p:spTgt spid="17"/>
                                        </p:tgtEl>
                                        <p:attrNameLst>
                                          <p:attrName>ppt_h</p:attrName>
                                        </p:attrNameLst>
                                      </p:cBhvr>
                                      <p:tavLst>
                                        <p:tav tm="0">
                                          <p:val>
                                            <p:strVal val="#ppt_h"/>
                                          </p:val>
                                        </p:tav>
                                        <p:tav tm="100000">
                                          <p:val>
                                            <p:strVal val="#ppt_h"/>
                                          </p:val>
                                        </p:tav>
                                      </p:tavLst>
                                    </p:anim>
                                  </p:childTnLst>
                                </p:cTn>
                              </p:par>
                            </p:childTnLst>
                          </p:cTn>
                        </p:par>
                      </p:childTnLst>
                    </p:cTn>
                  </p:par>
                  <p:par>
                    <p:cTn id="55" fill="hold">
                      <p:stCondLst>
                        <p:cond delay="indefinite"/>
                      </p:stCondLst>
                      <p:childTnLst>
                        <p:par>
                          <p:cTn id="56" fill="hold">
                            <p:stCondLst>
                              <p:cond delay="0"/>
                            </p:stCondLst>
                            <p:childTnLst>
                              <p:par>
                                <p:cTn id="57" presetID="2" presetClass="exit" presetSubtype="4" fill="hold" grpId="1" nodeType="clickEffect">
                                  <p:stCondLst>
                                    <p:cond delay="0"/>
                                  </p:stCondLst>
                                  <p:childTnLst>
                                    <p:anim calcmode="lin" valueType="num">
                                      <p:cBhvr additive="base">
                                        <p:cTn id="58" dur="500"/>
                                        <p:tgtEl>
                                          <p:spTgt spid="10"/>
                                        </p:tgtEl>
                                        <p:attrNameLst>
                                          <p:attrName>ppt_x</p:attrName>
                                        </p:attrNameLst>
                                      </p:cBhvr>
                                      <p:tavLst>
                                        <p:tav tm="0">
                                          <p:val>
                                            <p:strVal val="ppt_x"/>
                                          </p:val>
                                        </p:tav>
                                        <p:tav tm="100000">
                                          <p:val>
                                            <p:strVal val="ppt_x"/>
                                          </p:val>
                                        </p:tav>
                                      </p:tavLst>
                                    </p:anim>
                                    <p:anim calcmode="lin" valueType="num">
                                      <p:cBhvr additive="base">
                                        <p:cTn id="59" dur="500"/>
                                        <p:tgtEl>
                                          <p:spTgt spid="10"/>
                                        </p:tgtEl>
                                        <p:attrNameLst>
                                          <p:attrName>ppt_y</p:attrName>
                                        </p:attrNameLst>
                                      </p:cBhvr>
                                      <p:tavLst>
                                        <p:tav tm="0">
                                          <p:val>
                                            <p:strVal val="ppt_y"/>
                                          </p:val>
                                        </p:tav>
                                        <p:tav tm="100000">
                                          <p:val>
                                            <p:strVal val="1+ppt_h/2"/>
                                          </p:val>
                                        </p:tav>
                                      </p:tavLst>
                                    </p:anim>
                                    <p:set>
                                      <p:cBhvr>
                                        <p:cTn id="60" dur="1" fill="hold">
                                          <p:stCondLst>
                                            <p:cond delay="499"/>
                                          </p:stCondLst>
                                        </p:cTn>
                                        <p:tgtEl>
                                          <p:spTgt spid="10"/>
                                        </p:tgtEl>
                                        <p:attrNameLst>
                                          <p:attrName>style.visibility</p:attrName>
                                        </p:attrNameLst>
                                      </p:cBhvr>
                                      <p:to>
                                        <p:strVal val="hidden"/>
                                      </p:to>
                                    </p:set>
                                  </p:childTnLst>
                                </p:cTn>
                              </p:par>
                              <p:par>
                                <p:cTn id="61" presetID="2" presetClass="exit" presetSubtype="4" fill="hold" nodeType="withEffect">
                                  <p:stCondLst>
                                    <p:cond delay="0"/>
                                  </p:stCondLst>
                                  <p:childTnLst>
                                    <p:anim calcmode="lin" valueType="num">
                                      <p:cBhvr additive="base">
                                        <p:cTn id="62" dur="500"/>
                                        <p:tgtEl>
                                          <p:spTgt spid="8"/>
                                        </p:tgtEl>
                                        <p:attrNameLst>
                                          <p:attrName>ppt_x</p:attrName>
                                        </p:attrNameLst>
                                      </p:cBhvr>
                                      <p:tavLst>
                                        <p:tav tm="0">
                                          <p:val>
                                            <p:strVal val="ppt_x"/>
                                          </p:val>
                                        </p:tav>
                                        <p:tav tm="100000">
                                          <p:val>
                                            <p:strVal val="ppt_x"/>
                                          </p:val>
                                        </p:tav>
                                      </p:tavLst>
                                    </p:anim>
                                    <p:anim calcmode="lin" valueType="num">
                                      <p:cBhvr additive="base">
                                        <p:cTn id="63" dur="500"/>
                                        <p:tgtEl>
                                          <p:spTgt spid="8"/>
                                        </p:tgtEl>
                                        <p:attrNameLst>
                                          <p:attrName>ppt_y</p:attrName>
                                        </p:attrNameLst>
                                      </p:cBhvr>
                                      <p:tavLst>
                                        <p:tav tm="0">
                                          <p:val>
                                            <p:strVal val="ppt_y"/>
                                          </p:val>
                                        </p:tav>
                                        <p:tav tm="100000">
                                          <p:val>
                                            <p:strVal val="1+ppt_h/2"/>
                                          </p:val>
                                        </p:tav>
                                      </p:tavLst>
                                    </p:anim>
                                    <p:set>
                                      <p:cBhvr>
                                        <p:cTn id="64" dur="1" fill="hold">
                                          <p:stCondLst>
                                            <p:cond delay="499"/>
                                          </p:stCondLst>
                                        </p:cTn>
                                        <p:tgtEl>
                                          <p:spTgt spid="8"/>
                                        </p:tgtEl>
                                        <p:attrNameLst>
                                          <p:attrName>style.visibility</p:attrName>
                                        </p:attrNameLst>
                                      </p:cBhvr>
                                      <p:to>
                                        <p:strVal val="hidden"/>
                                      </p:to>
                                    </p:set>
                                  </p:childTnLst>
                                </p:cTn>
                              </p:par>
                              <p:par>
                                <p:cTn id="65" presetID="2" presetClass="exit" presetSubtype="4" fill="hold" grpId="1" nodeType="withEffect">
                                  <p:stCondLst>
                                    <p:cond delay="0"/>
                                  </p:stCondLst>
                                  <p:childTnLst>
                                    <p:anim calcmode="lin" valueType="num">
                                      <p:cBhvr additive="base">
                                        <p:cTn id="66" dur="500"/>
                                        <p:tgtEl>
                                          <p:spTgt spid="14"/>
                                        </p:tgtEl>
                                        <p:attrNameLst>
                                          <p:attrName>ppt_x</p:attrName>
                                        </p:attrNameLst>
                                      </p:cBhvr>
                                      <p:tavLst>
                                        <p:tav tm="0">
                                          <p:val>
                                            <p:strVal val="ppt_x"/>
                                          </p:val>
                                        </p:tav>
                                        <p:tav tm="100000">
                                          <p:val>
                                            <p:strVal val="ppt_x"/>
                                          </p:val>
                                        </p:tav>
                                      </p:tavLst>
                                    </p:anim>
                                    <p:anim calcmode="lin" valueType="num">
                                      <p:cBhvr additive="base">
                                        <p:cTn id="67" dur="500"/>
                                        <p:tgtEl>
                                          <p:spTgt spid="14"/>
                                        </p:tgtEl>
                                        <p:attrNameLst>
                                          <p:attrName>ppt_y</p:attrName>
                                        </p:attrNameLst>
                                      </p:cBhvr>
                                      <p:tavLst>
                                        <p:tav tm="0">
                                          <p:val>
                                            <p:strVal val="ppt_y"/>
                                          </p:val>
                                        </p:tav>
                                        <p:tav tm="100000">
                                          <p:val>
                                            <p:strVal val="1+ppt_h/2"/>
                                          </p:val>
                                        </p:tav>
                                      </p:tavLst>
                                    </p:anim>
                                    <p:set>
                                      <p:cBhvr>
                                        <p:cTn id="68" dur="1" fill="hold">
                                          <p:stCondLst>
                                            <p:cond delay="499"/>
                                          </p:stCondLst>
                                        </p:cTn>
                                        <p:tgtEl>
                                          <p:spTgt spid="14"/>
                                        </p:tgtEl>
                                        <p:attrNameLst>
                                          <p:attrName>style.visibility</p:attrName>
                                        </p:attrNameLst>
                                      </p:cBhvr>
                                      <p:to>
                                        <p:strVal val="hidden"/>
                                      </p:to>
                                    </p:set>
                                  </p:childTnLst>
                                </p:cTn>
                              </p:par>
                              <p:par>
                                <p:cTn id="69" presetID="2" presetClass="exit" presetSubtype="4" fill="hold" nodeType="withEffect">
                                  <p:stCondLst>
                                    <p:cond delay="0"/>
                                  </p:stCondLst>
                                  <p:childTnLst>
                                    <p:anim calcmode="lin" valueType="num">
                                      <p:cBhvr additive="base">
                                        <p:cTn id="70" dur="500"/>
                                        <p:tgtEl>
                                          <p:spTgt spid="12"/>
                                        </p:tgtEl>
                                        <p:attrNameLst>
                                          <p:attrName>ppt_x</p:attrName>
                                        </p:attrNameLst>
                                      </p:cBhvr>
                                      <p:tavLst>
                                        <p:tav tm="0">
                                          <p:val>
                                            <p:strVal val="ppt_x"/>
                                          </p:val>
                                        </p:tav>
                                        <p:tav tm="100000">
                                          <p:val>
                                            <p:strVal val="ppt_x"/>
                                          </p:val>
                                        </p:tav>
                                      </p:tavLst>
                                    </p:anim>
                                    <p:anim calcmode="lin" valueType="num">
                                      <p:cBhvr additive="base">
                                        <p:cTn id="71" dur="500"/>
                                        <p:tgtEl>
                                          <p:spTgt spid="12"/>
                                        </p:tgtEl>
                                        <p:attrNameLst>
                                          <p:attrName>ppt_y</p:attrName>
                                        </p:attrNameLst>
                                      </p:cBhvr>
                                      <p:tavLst>
                                        <p:tav tm="0">
                                          <p:val>
                                            <p:strVal val="ppt_y"/>
                                          </p:val>
                                        </p:tav>
                                        <p:tav tm="100000">
                                          <p:val>
                                            <p:strVal val="1+ppt_h/2"/>
                                          </p:val>
                                        </p:tav>
                                      </p:tavLst>
                                    </p:anim>
                                    <p:set>
                                      <p:cBhvr>
                                        <p:cTn id="72" dur="1" fill="hold">
                                          <p:stCondLst>
                                            <p:cond delay="499"/>
                                          </p:stCondLst>
                                        </p:cTn>
                                        <p:tgtEl>
                                          <p:spTgt spid="12"/>
                                        </p:tgtEl>
                                        <p:attrNameLst>
                                          <p:attrName>style.visibility</p:attrName>
                                        </p:attrNameLst>
                                      </p:cBhvr>
                                      <p:to>
                                        <p:strVal val="hidden"/>
                                      </p:to>
                                    </p:set>
                                  </p:childTnLst>
                                </p:cTn>
                              </p:par>
                              <p:par>
                                <p:cTn id="73" presetID="2" presetClass="exit" presetSubtype="4" fill="hold" nodeType="withEffect">
                                  <p:stCondLst>
                                    <p:cond delay="0"/>
                                  </p:stCondLst>
                                  <p:childTnLst>
                                    <p:anim calcmode="lin" valueType="num">
                                      <p:cBhvr additive="base">
                                        <p:cTn id="74" dur="500"/>
                                        <p:tgtEl>
                                          <p:spTgt spid="16"/>
                                        </p:tgtEl>
                                        <p:attrNameLst>
                                          <p:attrName>ppt_x</p:attrName>
                                        </p:attrNameLst>
                                      </p:cBhvr>
                                      <p:tavLst>
                                        <p:tav tm="0">
                                          <p:val>
                                            <p:strVal val="ppt_x"/>
                                          </p:val>
                                        </p:tav>
                                        <p:tav tm="100000">
                                          <p:val>
                                            <p:strVal val="ppt_x"/>
                                          </p:val>
                                        </p:tav>
                                      </p:tavLst>
                                    </p:anim>
                                    <p:anim calcmode="lin" valueType="num">
                                      <p:cBhvr additive="base">
                                        <p:cTn id="75" dur="500"/>
                                        <p:tgtEl>
                                          <p:spTgt spid="16"/>
                                        </p:tgtEl>
                                        <p:attrNameLst>
                                          <p:attrName>ppt_y</p:attrName>
                                        </p:attrNameLst>
                                      </p:cBhvr>
                                      <p:tavLst>
                                        <p:tav tm="0">
                                          <p:val>
                                            <p:strVal val="ppt_y"/>
                                          </p:val>
                                        </p:tav>
                                        <p:tav tm="100000">
                                          <p:val>
                                            <p:strVal val="1+ppt_h/2"/>
                                          </p:val>
                                        </p:tav>
                                      </p:tavLst>
                                    </p:anim>
                                    <p:set>
                                      <p:cBhvr>
                                        <p:cTn id="76" dur="1" fill="hold">
                                          <p:stCondLst>
                                            <p:cond delay="499"/>
                                          </p:stCondLst>
                                        </p:cTn>
                                        <p:tgtEl>
                                          <p:spTgt spid="16"/>
                                        </p:tgtEl>
                                        <p:attrNameLst>
                                          <p:attrName>style.visibility</p:attrName>
                                        </p:attrNameLst>
                                      </p:cBhvr>
                                      <p:to>
                                        <p:strVal val="hidden"/>
                                      </p:to>
                                    </p:set>
                                  </p:childTnLst>
                                </p:cTn>
                              </p:par>
                              <p:par>
                                <p:cTn id="77" presetID="2" presetClass="exit" presetSubtype="4" fill="hold" grpId="1" nodeType="withEffect">
                                  <p:stCondLst>
                                    <p:cond delay="0"/>
                                  </p:stCondLst>
                                  <p:childTnLst>
                                    <p:anim calcmode="lin" valueType="num">
                                      <p:cBhvr additive="base">
                                        <p:cTn id="78" dur="500"/>
                                        <p:tgtEl>
                                          <p:spTgt spid="17"/>
                                        </p:tgtEl>
                                        <p:attrNameLst>
                                          <p:attrName>ppt_x</p:attrName>
                                        </p:attrNameLst>
                                      </p:cBhvr>
                                      <p:tavLst>
                                        <p:tav tm="0">
                                          <p:val>
                                            <p:strVal val="ppt_x"/>
                                          </p:val>
                                        </p:tav>
                                        <p:tav tm="100000">
                                          <p:val>
                                            <p:strVal val="ppt_x"/>
                                          </p:val>
                                        </p:tav>
                                      </p:tavLst>
                                    </p:anim>
                                    <p:anim calcmode="lin" valueType="num">
                                      <p:cBhvr additive="base">
                                        <p:cTn id="79" dur="500"/>
                                        <p:tgtEl>
                                          <p:spTgt spid="17"/>
                                        </p:tgtEl>
                                        <p:attrNameLst>
                                          <p:attrName>ppt_y</p:attrName>
                                        </p:attrNameLst>
                                      </p:cBhvr>
                                      <p:tavLst>
                                        <p:tav tm="0">
                                          <p:val>
                                            <p:strVal val="ppt_y"/>
                                          </p:val>
                                        </p:tav>
                                        <p:tav tm="100000">
                                          <p:val>
                                            <p:strVal val="1+ppt_h/2"/>
                                          </p:val>
                                        </p:tav>
                                      </p:tavLst>
                                    </p:anim>
                                    <p:set>
                                      <p:cBhvr>
                                        <p:cTn id="80" dur="1" fill="hold">
                                          <p:stCondLst>
                                            <p:cond delay="499"/>
                                          </p:stCondLst>
                                        </p:cTn>
                                        <p:tgtEl>
                                          <p:spTgt spid="17"/>
                                        </p:tgtEl>
                                        <p:attrNameLst>
                                          <p:attrName>style.visibility</p:attrName>
                                        </p:attrNameLst>
                                      </p:cBhvr>
                                      <p:to>
                                        <p:strVal val="hidden"/>
                                      </p:to>
                                    </p:set>
                                  </p:childTnLst>
                                </p:cTn>
                              </p:par>
                            </p:childTnLst>
                          </p:cTn>
                        </p:par>
                      </p:childTnLst>
                    </p:cTn>
                  </p:par>
                  <p:par>
                    <p:cTn id="81" fill="hold">
                      <p:stCondLst>
                        <p:cond delay="indefinite"/>
                      </p:stCondLst>
                      <p:childTnLst>
                        <p:par>
                          <p:cTn id="82" fill="hold">
                            <p:stCondLst>
                              <p:cond delay="0"/>
                            </p:stCondLst>
                            <p:childTnLst>
                              <p:par>
                                <p:cTn id="83" presetID="1" presetClass="exit" presetSubtype="0" fill="hold" nodeType="clickEffect">
                                  <p:stCondLst>
                                    <p:cond delay="0"/>
                                  </p:stCondLst>
                                  <p:childTnLst>
                                    <p:set>
                                      <p:cBhvr>
                                        <p:cTn id="84" dur="1" fill="hold">
                                          <p:stCondLst>
                                            <p:cond delay="0"/>
                                          </p:stCondLst>
                                        </p:cTn>
                                        <p:tgtEl>
                                          <p:spTgt spid="3">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0" grpId="1"/>
      <p:bldP spid="14" grpId="0"/>
      <p:bldP spid="14" grpId="1"/>
      <p:bldP spid="17" grpId="0"/>
      <p:bldP spid="17" grpId="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numéro de diapositive 4">
            <a:extLst>
              <a:ext uri="{FF2B5EF4-FFF2-40B4-BE49-F238E27FC236}">
                <a16:creationId xmlns:a16="http://schemas.microsoft.com/office/drawing/2014/main" id="{2C2A9059-A669-2EC7-A508-CFF14B7981FC}"/>
              </a:ext>
            </a:extLst>
          </p:cNvPr>
          <p:cNvSpPr>
            <a:spLocks noGrp="1"/>
          </p:cNvSpPr>
          <p:nvPr>
            <p:ph type="sldNum" sz="quarter" idx="12"/>
          </p:nvPr>
        </p:nvSpPr>
        <p:spPr/>
        <p:txBody>
          <a:bodyPr/>
          <a:lstStyle/>
          <a:p>
            <a:fld id="{4EFB72C0-99D3-44BB-B7E8-F5268695D5AA}" type="slidenum">
              <a:rPr lang="fr-FR" smtClean="0"/>
              <a:t>12</a:t>
            </a:fld>
            <a:endParaRPr lang="fr-FR"/>
          </a:p>
        </p:txBody>
      </p:sp>
      <p:sp>
        <p:nvSpPr>
          <p:cNvPr id="2" name="ZoneTexte 1">
            <a:extLst>
              <a:ext uri="{FF2B5EF4-FFF2-40B4-BE49-F238E27FC236}">
                <a16:creationId xmlns:a16="http://schemas.microsoft.com/office/drawing/2014/main" id="{CB622E20-ED9F-C280-A661-DF2C4831F46E}"/>
              </a:ext>
            </a:extLst>
          </p:cNvPr>
          <p:cNvSpPr txBox="1"/>
          <p:nvPr/>
        </p:nvSpPr>
        <p:spPr>
          <a:xfrm>
            <a:off x="769016" y="0"/>
            <a:ext cx="11422984" cy="6186309"/>
          </a:xfrm>
          <a:prstGeom prst="rect">
            <a:avLst/>
          </a:prstGeom>
          <a:noFill/>
        </p:spPr>
        <p:txBody>
          <a:bodyPr wrap="square" rtlCol="0">
            <a:spAutoFit/>
          </a:bodyPr>
          <a:lstStyle/>
          <a:p>
            <a:pPr lvl="0" algn="just" defTabSz="914400">
              <a:lnSpc>
                <a:spcPct val="150000"/>
              </a:lnSpc>
            </a:pPr>
            <a:r>
              <a:rPr lang="fr-FR" altLang="fr-FR" b="1" dirty="0">
                <a:solidFill>
                  <a:schemeClr val="accent4"/>
                </a:solidFill>
                <a:latin typeface="Bookman Old Style" panose="02050604050505020204" pitchFamily="18" charset="0"/>
              </a:rPr>
              <a:t>Partie III: </a:t>
            </a:r>
          </a:p>
          <a:p>
            <a:pPr lvl="0" algn="just" defTabSz="914400">
              <a:lnSpc>
                <a:spcPct val="150000"/>
              </a:lnSpc>
            </a:pPr>
            <a:r>
              <a:rPr lang="fr-FR" altLang="fr-FR" b="1" dirty="0">
                <a:solidFill>
                  <a:schemeClr val="accent4"/>
                </a:solidFill>
                <a:latin typeface="Bookman Old Style" panose="02050604050505020204" pitchFamily="18" charset="0"/>
              </a:rPr>
              <a:t>    III. Autonomie Technique et Certification (ANTIC)</a:t>
            </a:r>
            <a:endParaRPr lang="fr-FR" altLang="fr-FR" dirty="0">
              <a:solidFill>
                <a:schemeClr val="accent4"/>
              </a:solidFill>
              <a:latin typeface="Bookman Old Style" panose="02050604050505020204" pitchFamily="18" charset="0"/>
            </a:endParaRPr>
          </a:p>
          <a:p>
            <a:pPr lvl="0" algn="just" defTabSz="914400" eaLnBrk="0" fontAlgn="base" hangingPunct="0">
              <a:lnSpc>
                <a:spcPct val="150000"/>
              </a:lnSpc>
              <a:spcBef>
                <a:spcPct val="0"/>
              </a:spcBef>
              <a:spcAft>
                <a:spcPct val="0"/>
              </a:spcAft>
            </a:pPr>
            <a:r>
              <a:rPr lang="fr-FR" altLang="fr-FR" dirty="0">
                <a:solidFill>
                  <a:srgbClr val="0A0A0A"/>
                </a:solidFill>
                <a:latin typeface="Bookman Old Style" panose="02050604050505020204" pitchFamily="18" charset="0"/>
              </a:rPr>
              <a:t>    L'</a:t>
            </a:r>
            <a:r>
              <a:rPr lang="fr-FR" altLang="fr-FR" b="1" dirty="0">
                <a:solidFill>
                  <a:srgbClr val="0A0A0A"/>
                </a:solidFill>
                <a:latin typeface="Bookman Old Style" panose="02050604050505020204" pitchFamily="18" charset="0"/>
              </a:rPr>
              <a:t>ANTIC</a:t>
            </a:r>
            <a:r>
              <a:rPr lang="fr-FR" altLang="fr-FR" dirty="0">
                <a:solidFill>
                  <a:srgbClr val="0A0A0A"/>
                </a:solidFill>
                <a:latin typeface="Bookman Old Style" panose="02050604050505020204" pitchFamily="18" charset="0"/>
              </a:rPr>
              <a:t> agit comme le garant technique de cette souveraineté :</a:t>
            </a:r>
            <a:endParaRPr lang="fr-FR" altLang="fr-FR" dirty="0">
              <a:latin typeface="Bookman Old Style" panose="02050604050505020204" pitchFamily="18" charset="0"/>
            </a:endParaRPr>
          </a:p>
          <a:p>
            <a:pPr lvl="0" algn="just" defTabSz="914400" eaLnBrk="0" fontAlgn="base" hangingPunct="0">
              <a:lnSpc>
                <a:spcPct val="150000"/>
              </a:lnSpc>
              <a:spcBef>
                <a:spcPct val="0"/>
              </a:spcBef>
              <a:spcAft>
                <a:spcPct val="0"/>
              </a:spcAft>
            </a:pPr>
            <a:r>
              <a:rPr lang="fr-FR" altLang="fr-FR" b="1" dirty="0">
                <a:solidFill>
                  <a:srgbClr val="0A0A0A"/>
                </a:solidFill>
                <a:latin typeface="Bookman Old Style" panose="02050604050505020204" pitchFamily="18" charset="0"/>
              </a:rPr>
              <a:t>   - PKI Nationale (Public Key Infrastructure) :</a:t>
            </a:r>
            <a:r>
              <a:rPr lang="fr-FR" altLang="fr-FR" dirty="0">
                <a:solidFill>
                  <a:srgbClr val="0A0A0A"/>
                </a:solidFill>
                <a:latin typeface="Bookman Old Style" panose="02050604050505020204" pitchFamily="18" charset="0"/>
              </a:rPr>
              <a:t> </a:t>
            </a:r>
          </a:p>
          <a:p>
            <a:pPr lvl="0" algn="just" defTabSz="914400" eaLnBrk="0" fontAlgn="base" hangingPunct="0">
              <a:lnSpc>
                <a:spcPct val="150000"/>
              </a:lnSpc>
              <a:spcBef>
                <a:spcPct val="0"/>
              </a:spcBef>
              <a:spcAft>
                <a:spcPct val="0"/>
              </a:spcAft>
            </a:pPr>
            <a:r>
              <a:rPr lang="fr-FR" altLang="fr-FR" b="1" dirty="0">
                <a:solidFill>
                  <a:srgbClr val="0A0A0A"/>
                </a:solidFill>
                <a:latin typeface="Bookman Old Style" panose="02050604050505020204" pitchFamily="18" charset="0"/>
              </a:rPr>
              <a:t>   - Sécurisation du </a:t>
            </a:r>
            <a:r>
              <a:rPr lang="fr-FR" altLang="fr-FR" b="1" dirty="0" err="1">
                <a:solidFill>
                  <a:srgbClr val="0A0A0A"/>
                </a:solidFill>
                <a:latin typeface="Bookman Old Style" panose="02050604050505020204" pitchFamily="18" charset="0"/>
              </a:rPr>
              <a:t>ccTLD</a:t>
            </a:r>
            <a:r>
              <a:rPr lang="fr-FR" altLang="fr-FR" b="1" dirty="0">
                <a:solidFill>
                  <a:srgbClr val="0A0A0A"/>
                </a:solidFill>
                <a:latin typeface="Bookman Old Style" panose="02050604050505020204" pitchFamily="18" charset="0"/>
              </a:rPr>
              <a:t> :</a:t>
            </a:r>
            <a:r>
              <a:rPr lang="fr-FR" altLang="fr-FR" dirty="0">
                <a:solidFill>
                  <a:srgbClr val="0A0A0A"/>
                </a:solidFill>
                <a:latin typeface="Bookman Old Style" panose="02050604050505020204" pitchFamily="18" charset="0"/>
              </a:rPr>
              <a:t> </a:t>
            </a:r>
          </a:p>
          <a:p>
            <a:pPr lvl="0" algn="just" defTabSz="914400" eaLnBrk="0" fontAlgn="base" hangingPunct="0">
              <a:lnSpc>
                <a:spcPct val="150000"/>
              </a:lnSpc>
              <a:spcBef>
                <a:spcPct val="0"/>
              </a:spcBef>
              <a:spcAft>
                <a:spcPct val="0"/>
              </a:spcAft>
            </a:pPr>
            <a:r>
              <a:rPr lang="fr-FR" altLang="fr-FR" b="1" dirty="0">
                <a:solidFill>
                  <a:srgbClr val="0A0A0A"/>
                </a:solidFill>
                <a:latin typeface="Bookman Old Style" panose="02050604050505020204" pitchFamily="18" charset="0"/>
              </a:rPr>
              <a:t>     </a:t>
            </a:r>
            <a:r>
              <a:rPr lang="fr-FR" altLang="fr-FR" b="1" dirty="0">
                <a:solidFill>
                  <a:schemeClr val="accent5"/>
                </a:solidFill>
                <a:latin typeface="Bookman Old Style" panose="02050604050505020204" pitchFamily="18" charset="0"/>
              </a:rPr>
              <a:t>1. Riposte Informationnelle du MINDEF</a:t>
            </a:r>
            <a:endParaRPr lang="fr-FR" altLang="fr-FR" dirty="0">
              <a:solidFill>
                <a:schemeClr val="accent5"/>
              </a:solidFill>
              <a:latin typeface="Bookman Old Style" panose="02050604050505020204" pitchFamily="18" charset="0"/>
            </a:endParaRPr>
          </a:p>
          <a:p>
            <a:pPr lvl="0" algn="just" defTabSz="914400" eaLnBrk="0" fontAlgn="base" hangingPunct="0">
              <a:lnSpc>
                <a:spcPct val="150000"/>
              </a:lnSpc>
              <a:spcBef>
                <a:spcPct val="0"/>
              </a:spcBef>
              <a:spcAft>
                <a:spcPct val="0"/>
              </a:spcAft>
            </a:pPr>
            <a:r>
              <a:rPr lang="fr-FR" altLang="fr-FR" dirty="0">
                <a:solidFill>
                  <a:srgbClr val="0A0A0A"/>
                </a:solidFill>
                <a:latin typeface="Bookman Old Style" panose="02050604050505020204" pitchFamily="18" charset="0"/>
              </a:rPr>
              <a:t>   Face à la "guerre silencieuse de la donnée", le </a:t>
            </a:r>
            <a:r>
              <a:rPr lang="fr-FR" altLang="fr-FR" b="1" dirty="0">
                <a:solidFill>
                  <a:srgbClr val="0A0A0A"/>
                </a:solidFill>
                <a:latin typeface="Bookman Old Style" panose="02050604050505020204" pitchFamily="18" charset="0"/>
              </a:rPr>
              <a:t>Ministère de la Défense (MINDEF)</a:t>
            </a:r>
            <a:r>
              <a:rPr lang="fr-FR" altLang="fr-FR" dirty="0">
                <a:solidFill>
                  <a:srgbClr val="0A0A0A"/>
                </a:solidFill>
                <a:latin typeface="Bookman Old Style" panose="02050604050505020204" pitchFamily="18" charset="0"/>
              </a:rPr>
              <a:t> a musclé sa stratégie </a:t>
            </a:r>
            <a:endParaRPr lang="fr-FR" altLang="fr-FR" dirty="0">
              <a:latin typeface="Bookman Old Style" panose="02050604050505020204" pitchFamily="18" charset="0"/>
            </a:endParaRPr>
          </a:p>
          <a:p>
            <a:pPr lvl="0" algn="just" defTabSz="914400" eaLnBrk="0" fontAlgn="base" hangingPunct="0">
              <a:lnSpc>
                <a:spcPct val="150000"/>
              </a:lnSpc>
              <a:spcBef>
                <a:spcPct val="0"/>
              </a:spcBef>
              <a:spcAft>
                <a:spcPct val="0"/>
              </a:spcAft>
            </a:pPr>
            <a:r>
              <a:rPr lang="fr-FR" altLang="fr-FR" b="1" dirty="0">
                <a:solidFill>
                  <a:srgbClr val="0A0A0A"/>
                </a:solidFill>
                <a:latin typeface="Bookman Old Style" panose="02050604050505020204" pitchFamily="18" charset="0"/>
              </a:rPr>
              <a:t>    - </a:t>
            </a:r>
            <a:r>
              <a:rPr lang="fr-FR" altLang="fr-FR" dirty="0">
                <a:solidFill>
                  <a:srgbClr val="0A0A0A"/>
                </a:solidFill>
                <a:latin typeface="Bookman Old Style" panose="02050604050505020204" pitchFamily="18" charset="0"/>
              </a:rPr>
              <a:t>Lutte contre la désinformation  </a:t>
            </a:r>
          </a:p>
          <a:p>
            <a:pPr algn="just" defTabSz="914400">
              <a:lnSpc>
                <a:spcPct val="150000"/>
              </a:lnSpc>
            </a:pPr>
            <a:r>
              <a:rPr lang="fr-FR" altLang="fr-FR" dirty="0">
                <a:solidFill>
                  <a:srgbClr val="0A0A0A"/>
                </a:solidFill>
                <a:latin typeface="Bookman Old Style" panose="02050604050505020204" pitchFamily="18" charset="0"/>
              </a:rPr>
              <a:t>    - Investissement multidimensionnel  </a:t>
            </a:r>
          </a:p>
          <a:p>
            <a:pPr lvl="0" algn="just" defTabSz="914400" eaLnBrk="0" fontAlgn="base" hangingPunct="0">
              <a:lnSpc>
                <a:spcPct val="150000"/>
              </a:lnSpc>
              <a:spcBef>
                <a:spcPct val="0"/>
              </a:spcBef>
              <a:spcAft>
                <a:spcPct val="0"/>
              </a:spcAft>
            </a:pPr>
            <a:r>
              <a:rPr lang="fr-FR" altLang="fr-FR" b="1" dirty="0">
                <a:solidFill>
                  <a:schemeClr val="accent5"/>
                </a:solidFill>
                <a:latin typeface="Bookman Old Style" panose="02050604050505020204" pitchFamily="18" charset="0"/>
              </a:rPr>
              <a:t>     2.</a:t>
            </a:r>
            <a:r>
              <a:rPr lang="fr-FR" altLang="fr-FR" b="1" dirty="0">
                <a:solidFill>
                  <a:srgbClr val="0A0A0A"/>
                </a:solidFill>
                <a:latin typeface="Bookman Old Style" panose="02050604050505020204" pitchFamily="18" charset="0"/>
              </a:rPr>
              <a:t> </a:t>
            </a:r>
            <a:r>
              <a:rPr lang="fr-FR" altLang="fr-FR" b="1" dirty="0">
                <a:solidFill>
                  <a:schemeClr val="accent5"/>
                </a:solidFill>
                <a:latin typeface="Bookman Old Style" panose="02050604050505020204" pitchFamily="18" charset="0"/>
              </a:rPr>
              <a:t>Cadre Juridique Renforcé</a:t>
            </a:r>
          </a:p>
          <a:p>
            <a:pPr lvl="0" algn="just" defTabSz="914400" eaLnBrk="0" fontAlgn="base" hangingPunct="0">
              <a:lnSpc>
                <a:spcPct val="150000"/>
              </a:lnSpc>
              <a:spcBef>
                <a:spcPct val="0"/>
              </a:spcBef>
              <a:spcAft>
                <a:spcPct val="0"/>
              </a:spcAft>
            </a:pPr>
            <a:r>
              <a:rPr lang="fr-FR" altLang="fr-FR" b="1" dirty="0">
                <a:solidFill>
                  <a:srgbClr val="0A0A0A"/>
                </a:solidFill>
                <a:latin typeface="Bookman Old Style" panose="02050604050505020204" pitchFamily="18" charset="0"/>
              </a:rPr>
              <a:t>     - </a:t>
            </a:r>
            <a:r>
              <a:rPr lang="fr-FR" altLang="fr-FR" dirty="0">
                <a:solidFill>
                  <a:srgbClr val="0A0A0A"/>
                </a:solidFill>
                <a:latin typeface="Bookman Old Style" panose="02050604050505020204" pitchFamily="18" charset="0"/>
              </a:rPr>
              <a:t>Sanctions pénales  </a:t>
            </a:r>
          </a:p>
          <a:p>
            <a:pPr lvl="0" algn="just" defTabSz="914400" eaLnBrk="0" fontAlgn="base" hangingPunct="0">
              <a:lnSpc>
                <a:spcPct val="150000"/>
              </a:lnSpc>
              <a:spcBef>
                <a:spcPct val="0"/>
              </a:spcBef>
              <a:spcAft>
                <a:spcPct val="0"/>
              </a:spcAft>
            </a:pPr>
            <a:r>
              <a:rPr lang="fr-FR" altLang="fr-FR" dirty="0">
                <a:solidFill>
                  <a:srgbClr val="0A0A0A"/>
                </a:solidFill>
                <a:latin typeface="Bookman Old Style" panose="02050604050505020204" pitchFamily="18" charset="0"/>
              </a:rPr>
              <a:t>     - Perspective  </a:t>
            </a:r>
          </a:p>
          <a:p>
            <a:pPr algn="just" defTabSz="914400">
              <a:lnSpc>
                <a:spcPct val="150000"/>
              </a:lnSpc>
            </a:pPr>
            <a:endParaRPr lang="fr-FR" altLang="fr-FR" dirty="0">
              <a:solidFill>
                <a:srgbClr val="0A0A0A"/>
              </a:solidFill>
              <a:latin typeface="Bookman Old Style" panose="02050604050505020204" pitchFamily="18" charset="0"/>
            </a:endParaRPr>
          </a:p>
          <a:p>
            <a:endParaRPr lang="fr-FR" dirty="0"/>
          </a:p>
        </p:txBody>
      </p:sp>
    </p:spTree>
    <p:extLst>
      <p:ext uri="{BB962C8B-B14F-4D97-AF65-F5344CB8AC3E}">
        <p14:creationId xmlns:p14="http://schemas.microsoft.com/office/powerpoint/2010/main" val="105894605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grpId="1" nodeType="clickEffect">
                                  <p:stCondLst>
                                    <p:cond delay="0"/>
                                  </p:stCondLst>
                                  <p:childTnLst>
                                    <p:anim calcmode="lin" valueType="num">
                                      <p:cBhvr additive="base">
                                        <p:cTn id="12" dur="500"/>
                                        <p:tgtEl>
                                          <p:spTgt spid="2"/>
                                        </p:tgtEl>
                                        <p:attrNameLst>
                                          <p:attrName>ppt_x</p:attrName>
                                        </p:attrNameLst>
                                      </p:cBhvr>
                                      <p:tavLst>
                                        <p:tav tm="0">
                                          <p:val>
                                            <p:strVal val="ppt_x"/>
                                          </p:val>
                                        </p:tav>
                                        <p:tav tm="100000">
                                          <p:val>
                                            <p:strVal val="ppt_x"/>
                                          </p:val>
                                        </p:tav>
                                      </p:tavLst>
                                    </p:anim>
                                    <p:anim calcmode="lin" valueType="num">
                                      <p:cBhvr additive="base">
                                        <p:cTn id="13" dur="500"/>
                                        <p:tgtEl>
                                          <p:spTgt spid="2"/>
                                        </p:tgtEl>
                                        <p:attrNameLst>
                                          <p:attrName>ppt_y</p:attrName>
                                        </p:attrNameLst>
                                      </p:cBhvr>
                                      <p:tavLst>
                                        <p:tav tm="0">
                                          <p:val>
                                            <p:strVal val="ppt_y"/>
                                          </p:val>
                                        </p:tav>
                                        <p:tav tm="100000">
                                          <p:val>
                                            <p:strVal val="1+ppt_h/2"/>
                                          </p:val>
                                        </p:tav>
                                      </p:tavLst>
                                    </p:anim>
                                    <p:set>
                                      <p:cBhvr>
                                        <p:cTn id="14"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1577BA58-FE6D-6A50-BEDE-EEFF365164ED}"/>
              </a:ext>
            </a:extLst>
          </p:cNvPr>
          <p:cNvSpPr>
            <a:spLocks noGrp="1"/>
          </p:cNvSpPr>
          <p:nvPr>
            <p:ph type="sldNum" sz="quarter" idx="12"/>
          </p:nvPr>
        </p:nvSpPr>
        <p:spPr/>
        <p:txBody>
          <a:bodyPr/>
          <a:lstStyle/>
          <a:p>
            <a:fld id="{4EFB72C0-99D3-44BB-B7E8-F5268695D5AA}" type="slidenum">
              <a:rPr lang="fr-FR" smtClean="0"/>
              <a:t>13</a:t>
            </a:fld>
            <a:endParaRPr lang="fr-FR"/>
          </a:p>
        </p:txBody>
      </p:sp>
      <p:pic>
        <p:nvPicPr>
          <p:cNvPr id="11" name="Image 10">
            <a:extLst>
              <a:ext uri="{FF2B5EF4-FFF2-40B4-BE49-F238E27FC236}">
                <a16:creationId xmlns:a16="http://schemas.microsoft.com/office/drawing/2014/main" id="{9F95F630-73BD-99CD-E740-B904EBF720A8}"/>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1311579" y="1941621"/>
            <a:ext cx="4938301" cy="2057772"/>
          </a:xfrm>
          <a:prstGeom prst="rect">
            <a:avLst/>
          </a:prstGeom>
        </p:spPr>
      </p:pic>
      <p:pic>
        <p:nvPicPr>
          <p:cNvPr id="14" name="Image 13">
            <a:extLst>
              <a:ext uri="{FF2B5EF4-FFF2-40B4-BE49-F238E27FC236}">
                <a16:creationId xmlns:a16="http://schemas.microsoft.com/office/drawing/2014/main" id="{FB716E0F-E28F-7123-6472-710288FD0BF9}"/>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6413496" y="1977071"/>
            <a:ext cx="5518092" cy="1986872"/>
          </a:xfrm>
          <a:prstGeom prst="rect">
            <a:avLst/>
          </a:prstGeom>
        </p:spPr>
      </p:pic>
      <p:sp>
        <p:nvSpPr>
          <p:cNvPr id="2" name="ZoneTexte 1">
            <a:extLst>
              <a:ext uri="{FF2B5EF4-FFF2-40B4-BE49-F238E27FC236}">
                <a16:creationId xmlns:a16="http://schemas.microsoft.com/office/drawing/2014/main" id="{AD9607F8-49A8-5254-ACF0-542FDE6A2B2E}"/>
              </a:ext>
            </a:extLst>
          </p:cNvPr>
          <p:cNvSpPr txBox="1"/>
          <p:nvPr/>
        </p:nvSpPr>
        <p:spPr>
          <a:xfrm>
            <a:off x="881848" y="168648"/>
            <a:ext cx="11310151" cy="1754326"/>
          </a:xfrm>
          <a:prstGeom prst="rect">
            <a:avLst/>
          </a:prstGeom>
          <a:noFill/>
        </p:spPr>
        <p:txBody>
          <a:bodyPr wrap="square" rtlCol="0">
            <a:spAutoFit/>
          </a:bodyPr>
          <a:lstStyle/>
          <a:p>
            <a:pPr lvl="0" indent="457200" algn="just" defTabSz="914400"/>
            <a:r>
              <a:rPr lang="fr-FR" altLang="fr-FR" b="1" dirty="0">
                <a:solidFill>
                  <a:schemeClr val="accent4"/>
                </a:solidFill>
                <a:latin typeface="Bookman Old Style" panose="02050604050505020204" pitchFamily="18" charset="0"/>
              </a:rPr>
              <a:t>Partie IV: IV:CONTEXTE : </a:t>
            </a:r>
            <a:r>
              <a:rPr lang="fr-FR" altLang="fr-FR" dirty="0">
                <a:solidFill>
                  <a:schemeClr val="accent4"/>
                </a:solidFill>
                <a:latin typeface="Bookman Old Style" panose="02050604050505020204" pitchFamily="18" charset="0"/>
              </a:rPr>
              <a:t>cas du Cameroun</a:t>
            </a:r>
            <a:endParaRPr lang="fr-FR" altLang="fr-FR" dirty="0">
              <a:solidFill>
                <a:schemeClr val="accent4"/>
              </a:solidFill>
              <a:latin typeface="Google Sans"/>
            </a:endParaRPr>
          </a:p>
          <a:p>
            <a:pPr lvl="0" indent="457200" algn="just" defTabSz="914400" eaLnBrk="0" fontAlgn="base" hangingPunct="0">
              <a:spcBef>
                <a:spcPct val="0"/>
              </a:spcBef>
              <a:spcAft>
                <a:spcPct val="0"/>
              </a:spcAft>
            </a:pPr>
            <a:endParaRPr lang="fr-FR" altLang="fr-FR" sz="1400" dirty="0">
              <a:solidFill>
                <a:srgbClr val="0A0A0A"/>
              </a:solidFill>
              <a:latin typeface="Google Sans"/>
            </a:endParaRPr>
          </a:p>
          <a:p>
            <a:pPr lvl="0" indent="457200" algn="just" defTabSz="914400" eaLnBrk="0" fontAlgn="base" hangingPunct="0">
              <a:spcBef>
                <a:spcPct val="0"/>
              </a:spcBef>
              <a:spcAft>
                <a:spcPct val="0"/>
              </a:spcAft>
            </a:pPr>
            <a:endParaRPr lang="fr-FR" altLang="fr-FR" sz="1400" dirty="0">
              <a:solidFill>
                <a:srgbClr val="0A0A0A"/>
              </a:solidFill>
              <a:latin typeface="Google Sans"/>
            </a:endParaRPr>
          </a:p>
          <a:p>
            <a:pPr lvl="0" indent="457200" algn="just" defTabSz="914400" eaLnBrk="0" fontAlgn="base" hangingPunct="0">
              <a:spcBef>
                <a:spcPct val="0"/>
              </a:spcBef>
              <a:spcAft>
                <a:spcPct val="0"/>
              </a:spcAft>
            </a:pPr>
            <a:r>
              <a:rPr lang="fr-FR" altLang="fr-FR" sz="1400" dirty="0">
                <a:solidFill>
                  <a:srgbClr val="0A0A0A"/>
                </a:solidFill>
                <a:latin typeface="Google Sans"/>
              </a:rPr>
              <a:t> </a:t>
            </a:r>
            <a:r>
              <a:rPr lang="fr-FR" altLang="fr-FR" sz="1200" dirty="0">
                <a:solidFill>
                  <a:srgbClr val="0A0A0A"/>
                </a:solidFill>
                <a:latin typeface="Bookman Old Style" panose="02050604050505020204" pitchFamily="18" charset="0"/>
              </a:rPr>
              <a:t>Le contexte de la protection de l'image des forces armées camerounaises face aux menaces cyber-informationnelles en 2026 s'articule autour de trois piliers majeurs : un  environnement sécuritaire complexe, une montée en puissance de la manipulation numérique et un renforcement du cadre juridique et institutionnel.</a:t>
            </a:r>
          </a:p>
          <a:p>
            <a:pPr lvl="0" algn="just" defTabSz="914400"/>
            <a:r>
              <a:rPr lang="fr-FR" altLang="fr-FR" sz="1200" b="1" dirty="0">
                <a:solidFill>
                  <a:srgbClr val="0A0A0A"/>
                </a:solidFill>
                <a:latin typeface="Bookman Old Style" panose="02050604050505020204" pitchFamily="18" charset="0"/>
              </a:rPr>
              <a:t>  </a:t>
            </a:r>
            <a:r>
              <a:rPr lang="fr-FR" altLang="fr-FR" sz="1200" b="1" dirty="0">
                <a:solidFill>
                  <a:schemeClr val="accent4"/>
                </a:solidFill>
                <a:latin typeface="Bookman Old Style" panose="02050604050505020204" pitchFamily="18" charset="0"/>
              </a:rPr>
              <a:t>1- Un environnement sécuritaire multipolaire</a:t>
            </a:r>
            <a:endParaRPr lang="fr-FR" altLang="fr-FR" sz="1200" dirty="0">
              <a:solidFill>
                <a:schemeClr val="accent4"/>
              </a:solidFill>
              <a:latin typeface="Bookman Old Style" panose="02050604050505020204" pitchFamily="18" charset="0"/>
            </a:endParaRPr>
          </a:p>
          <a:p>
            <a:pPr lvl="0" algn="just" defTabSz="914400"/>
            <a:r>
              <a:rPr lang="fr-FR" altLang="fr-FR" sz="1200" b="1" dirty="0">
                <a:solidFill>
                  <a:srgbClr val="0A0A0A"/>
                </a:solidFill>
                <a:latin typeface="Bookman Old Style" panose="02050604050505020204" pitchFamily="18" charset="0"/>
              </a:rPr>
              <a:t>  - Crises asymétriques :</a:t>
            </a:r>
            <a:r>
              <a:rPr lang="fr-FR" altLang="fr-FR" sz="1200" dirty="0">
                <a:solidFill>
                  <a:srgbClr val="0A0A0A"/>
                </a:solidFill>
                <a:latin typeface="Bookman Old Style" panose="02050604050505020204" pitchFamily="18" charset="0"/>
              </a:rPr>
              <a:t> La lutte contre </a:t>
            </a:r>
            <a:r>
              <a:rPr lang="fr-FR" altLang="fr-FR" sz="1200" b="1" dirty="0">
                <a:solidFill>
                  <a:srgbClr val="0A0A0A"/>
                </a:solidFill>
                <a:latin typeface="Bookman Old Style" panose="02050604050505020204" pitchFamily="18" charset="0"/>
              </a:rPr>
              <a:t>Boko Haram</a:t>
            </a:r>
            <a:r>
              <a:rPr lang="fr-FR" altLang="fr-FR" sz="1200" dirty="0">
                <a:solidFill>
                  <a:srgbClr val="0A0A0A"/>
                </a:solidFill>
                <a:latin typeface="Bookman Old Style" panose="02050604050505020204" pitchFamily="18" charset="0"/>
              </a:rPr>
              <a:t> dans l'Extrême-Nord et le conflit dans les régions du </a:t>
            </a:r>
            <a:r>
              <a:rPr lang="fr-FR" altLang="fr-FR" sz="1200" b="1" dirty="0">
                <a:solidFill>
                  <a:srgbClr val="0A0A0A"/>
                </a:solidFill>
                <a:latin typeface="Bookman Old Style" panose="02050604050505020204" pitchFamily="18" charset="0"/>
              </a:rPr>
              <a:t>Nord-Ouest et du Sud-Ouest (NOSO)</a:t>
            </a:r>
            <a:r>
              <a:rPr lang="fr-FR" altLang="fr-FR" sz="1200" dirty="0">
                <a:solidFill>
                  <a:srgbClr val="0A0A0A"/>
                </a:solidFill>
                <a:latin typeface="Bookman Old Style" panose="02050604050505020204" pitchFamily="18" charset="0"/>
              </a:rPr>
              <a:t> </a:t>
            </a:r>
            <a:r>
              <a:rPr lang="fr-FR" altLang="fr-FR" sz="1200" b="1" dirty="0">
                <a:solidFill>
                  <a:srgbClr val="0A0A0A"/>
                </a:solidFill>
                <a:latin typeface="Bookman Old Style" panose="02050604050505020204" pitchFamily="18" charset="0"/>
              </a:rPr>
              <a:t> </a:t>
            </a:r>
          </a:p>
        </p:txBody>
      </p:sp>
      <p:sp>
        <p:nvSpPr>
          <p:cNvPr id="3" name="ZoneTexte 2">
            <a:extLst>
              <a:ext uri="{FF2B5EF4-FFF2-40B4-BE49-F238E27FC236}">
                <a16:creationId xmlns:a16="http://schemas.microsoft.com/office/drawing/2014/main" id="{D8D3DE9A-9189-EF1E-DE19-68DF7BE0B447}"/>
              </a:ext>
            </a:extLst>
          </p:cNvPr>
          <p:cNvSpPr txBox="1"/>
          <p:nvPr/>
        </p:nvSpPr>
        <p:spPr>
          <a:xfrm>
            <a:off x="881849" y="4072138"/>
            <a:ext cx="11310151" cy="1015663"/>
          </a:xfrm>
          <a:prstGeom prst="rect">
            <a:avLst/>
          </a:prstGeom>
          <a:noFill/>
        </p:spPr>
        <p:txBody>
          <a:bodyPr wrap="square" rtlCol="0">
            <a:spAutoFit/>
          </a:bodyPr>
          <a:lstStyle/>
          <a:p>
            <a:pPr lvl="0" algn="just" defTabSz="914400"/>
            <a:r>
              <a:rPr lang="fr-FR" altLang="fr-FR" sz="1200" b="1" dirty="0">
                <a:solidFill>
                  <a:schemeClr val="accent4"/>
                </a:solidFill>
                <a:latin typeface="Bookman Old Style" panose="02050604050505020204" pitchFamily="18" charset="0"/>
              </a:rPr>
              <a:t>2. La "médiacratie cybernétique" et la désinformation</a:t>
            </a:r>
            <a:endParaRPr lang="fr-FR" altLang="fr-FR" sz="1200" dirty="0">
              <a:solidFill>
                <a:schemeClr val="accent4"/>
              </a:solidFill>
              <a:latin typeface="Bookman Old Style" panose="02050604050505020204" pitchFamily="18" charset="0"/>
            </a:endParaRPr>
          </a:p>
          <a:p>
            <a:pPr lvl="0" algn="just" defTabSz="914400"/>
            <a:r>
              <a:rPr lang="fr-FR" altLang="fr-FR" sz="1200" dirty="0">
                <a:solidFill>
                  <a:srgbClr val="0A0A0A"/>
                </a:solidFill>
                <a:latin typeface="Bookman Old Style" panose="02050604050505020204" pitchFamily="18" charset="0"/>
              </a:rPr>
              <a:t> Le Cameroun fait face à une explosion des menaces liées à l'espace numérique en 2026 : </a:t>
            </a:r>
            <a:endParaRPr lang="fr-FR" altLang="fr-FR" sz="1200" dirty="0">
              <a:latin typeface="Bookman Old Style" panose="02050604050505020204" pitchFamily="18" charset="0"/>
            </a:endParaRPr>
          </a:p>
          <a:p>
            <a:pPr lvl="0" algn="just" defTabSz="914400"/>
            <a:r>
              <a:rPr lang="fr-FR" altLang="fr-FR" sz="1200" b="1" dirty="0">
                <a:solidFill>
                  <a:srgbClr val="0A0A0A"/>
                </a:solidFill>
                <a:latin typeface="Bookman Old Style" panose="02050604050505020204" pitchFamily="18" charset="0"/>
              </a:rPr>
              <a:t>  - Manipulation numérique </a:t>
            </a:r>
            <a:r>
              <a:rPr lang="fr-FR" altLang="fr-FR" sz="1200" dirty="0">
                <a:solidFill>
                  <a:srgbClr val="0A0A0A"/>
                </a:solidFill>
                <a:latin typeface="Bookman Old Style" panose="02050604050505020204" pitchFamily="18" charset="0"/>
              </a:rPr>
              <a:t> </a:t>
            </a:r>
          </a:p>
          <a:p>
            <a:pPr lvl="0" algn="just" defTabSz="914400"/>
            <a:r>
              <a:rPr lang="fr-FR" altLang="fr-FR" sz="1200" b="1" dirty="0">
                <a:solidFill>
                  <a:srgbClr val="0A0A0A"/>
                </a:solidFill>
                <a:latin typeface="Bookman Old Style" panose="02050604050505020204" pitchFamily="18" charset="0"/>
              </a:rPr>
              <a:t>  - Guerre de l'information </a:t>
            </a:r>
            <a:endParaRPr lang="fr-FR" altLang="fr-FR" sz="1200" dirty="0">
              <a:latin typeface="Bookman Old Style" panose="02050604050505020204" pitchFamily="18" charset="0"/>
            </a:endParaRPr>
          </a:p>
          <a:p>
            <a:pPr lvl="0" algn="just" defTabSz="914400"/>
            <a:r>
              <a:rPr lang="fr-FR" altLang="fr-FR" sz="1200" b="1" dirty="0">
                <a:solidFill>
                  <a:srgbClr val="0A0A0A"/>
                </a:solidFill>
                <a:latin typeface="Bookman Old Style" panose="02050604050505020204" pitchFamily="18" charset="0"/>
              </a:rPr>
              <a:t>  - Pertes financières et cyberattaques </a:t>
            </a:r>
            <a:r>
              <a:rPr lang="fr-FR" altLang="fr-FR" sz="1200" dirty="0">
                <a:solidFill>
                  <a:srgbClr val="0A0A0A"/>
                </a:solidFill>
                <a:latin typeface="Bookman Old Style" panose="02050604050505020204" pitchFamily="18" charset="0"/>
              </a:rPr>
              <a:t> </a:t>
            </a:r>
            <a:endParaRPr lang="fr-FR" altLang="fr-FR" sz="1200" dirty="0">
              <a:latin typeface="Bookman Old Style" panose="02050604050505020204" pitchFamily="18" charset="0"/>
            </a:endParaRPr>
          </a:p>
        </p:txBody>
      </p:sp>
      <p:sp>
        <p:nvSpPr>
          <p:cNvPr id="6" name="ZoneTexte 5">
            <a:extLst>
              <a:ext uri="{FF2B5EF4-FFF2-40B4-BE49-F238E27FC236}">
                <a16:creationId xmlns:a16="http://schemas.microsoft.com/office/drawing/2014/main" id="{746F85C4-4222-B920-773E-F9245BE5154D}"/>
              </a:ext>
            </a:extLst>
          </p:cNvPr>
          <p:cNvSpPr txBox="1"/>
          <p:nvPr/>
        </p:nvSpPr>
        <p:spPr>
          <a:xfrm>
            <a:off x="1419269" y="181699"/>
            <a:ext cx="10665040" cy="1723549"/>
          </a:xfrm>
          <a:prstGeom prst="rect">
            <a:avLst/>
          </a:prstGeom>
          <a:noFill/>
        </p:spPr>
        <p:txBody>
          <a:bodyPr wrap="square" rtlCol="0">
            <a:spAutoFit/>
          </a:bodyPr>
          <a:lstStyle/>
          <a:p>
            <a:pPr lvl="0" algn="just" defTabSz="914400" eaLnBrk="0" fontAlgn="base" hangingPunct="0">
              <a:spcBef>
                <a:spcPct val="0"/>
              </a:spcBef>
              <a:spcAft>
                <a:spcPct val="0"/>
              </a:spcAft>
            </a:pPr>
            <a:r>
              <a:rPr lang="fr-FR" altLang="fr-FR" sz="1600" b="1" dirty="0">
                <a:solidFill>
                  <a:schemeClr val="accent4"/>
                </a:solidFill>
                <a:latin typeface="Bookman Old Style" panose="02050604050505020204" pitchFamily="18" charset="0"/>
              </a:rPr>
              <a:t>3- Réponse stratégique et cadre légal</a:t>
            </a:r>
          </a:p>
          <a:p>
            <a:pPr lvl="0" algn="just" defTabSz="914400" eaLnBrk="0" fontAlgn="base" hangingPunct="0">
              <a:spcBef>
                <a:spcPct val="0"/>
              </a:spcBef>
              <a:spcAft>
                <a:spcPct val="0"/>
              </a:spcAft>
            </a:pPr>
            <a:r>
              <a:rPr lang="fr-FR" altLang="fr-FR" dirty="0">
                <a:solidFill>
                  <a:srgbClr val="0A0A0A"/>
                </a:solidFill>
                <a:latin typeface="Bookman Old Style" panose="02050604050505020204" pitchFamily="18" charset="0"/>
              </a:rPr>
              <a:t>Pour protéger leur image, les forces armées et l'État ont intensifié leurs mécanismes de défense :</a:t>
            </a:r>
            <a:endParaRPr lang="fr-FR" altLang="fr-FR" dirty="0">
              <a:latin typeface="Bookman Old Style" panose="02050604050505020204" pitchFamily="18" charset="0"/>
            </a:endParaRPr>
          </a:p>
          <a:p>
            <a:pPr lvl="0" algn="just" defTabSz="914400" eaLnBrk="0" fontAlgn="base" hangingPunct="0">
              <a:spcBef>
                <a:spcPct val="0"/>
              </a:spcBef>
              <a:spcAft>
                <a:spcPct val="0"/>
              </a:spcAft>
              <a:buFont typeface="Arial" panose="020B0604020202020204" pitchFamily="34" charset="0"/>
              <a:buChar char="•"/>
            </a:pPr>
            <a:r>
              <a:rPr lang="fr-FR" altLang="fr-FR" b="1" dirty="0">
                <a:solidFill>
                  <a:srgbClr val="0A0A0A"/>
                </a:solidFill>
                <a:latin typeface="Bookman Old Style" panose="02050604050505020204" pitchFamily="18" charset="0"/>
              </a:rPr>
              <a:t>  Cadre juridique </a:t>
            </a:r>
            <a:r>
              <a:rPr lang="fr-FR" altLang="fr-FR" dirty="0">
                <a:solidFill>
                  <a:srgbClr val="0A0A0A"/>
                </a:solidFill>
                <a:latin typeface="Bookman Old Style" panose="02050604050505020204" pitchFamily="18" charset="0"/>
              </a:rPr>
              <a:t> </a:t>
            </a:r>
          </a:p>
          <a:p>
            <a:pPr lvl="0" algn="just" defTabSz="914400" eaLnBrk="0" fontAlgn="base" hangingPunct="0">
              <a:spcBef>
                <a:spcPct val="0"/>
              </a:spcBef>
              <a:spcAft>
                <a:spcPct val="0"/>
              </a:spcAft>
              <a:buFont typeface="Arial" panose="020B0604020202020204" pitchFamily="34" charset="0"/>
              <a:buChar char="•"/>
            </a:pPr>
            <a:r>
              <a:rPr lang="fr-FR" altLang="fr-FR" b="1" dirty="0">
                <a:solidFill>
                  <a:srgbClr val="0A0A0A"/>
                </a:solidFill>
                <a:latin typeface="Bookman Old Style" panose="02050604050505020204" pitchFamily="18" charset="0"/>
              </a:rPr>
              <a:t>  Communication de défense </a:t>
            </a:r>
            <a:endParaRPr lang="fr-FR" altLang="fr-FR" dirty="0">
              <a:solidFill>
                <a:srgbClr val="0A0A0A"/>
              </a:solidFill>
              <a:latin typeface="Bookman Old Style" panose="02050604050505020204" pitchFamily="18" charset="0"/>
            </a:endParaRPr>
          </a:p>
          <a:p>
            <a:pPr lvl="0" algn="just" defTabSz="914400" eaLnBrk="0" fontAlgn="base" hangingPunct="0">
              <a:spcBef>
                <a:spcPct val="0"/>
              </a:spcBef>
              <a:spcAft>
                <a:spcPct val="0"/>
              </a:spcAft>
              <a:buFont typeface="Arial" panose="020B0604020202020204" pitchFamily="34" charset="0"/>
              <a:buChar char="•"/>
            </a:pPr>
            <a:r>
              <a:rPr lang="fr-FR" altLang="fr-FR" b="1" dirty="0">
                <a:solidFill>
                  <a:srgbClr val="0A0A0A"/>
                </a:solidFill>
                <a:latin typeface="Bookman Old Style" panose="02050604050505020204" pitchFamily="18" charset="0"/>
              </a:rPr>
              <a:t>  Partenariats et formation </a:t>
            </a:r>
            <a:r>
              <a:rPr lang="fr-FR" altLang="fr-FR" dirty="0">
                <a:solidFill>
                  <a:srgbClr val="0A0A0A"/>
                </a:solidFill>
                <a:latin typeface="Bookman Old Style" panose="02050604050505020204" pitchFamily="18" charset="0"/>
              </a:rPr>
              <a:t> </a:t>
            </a:r>
            <a:endParaRPr lang="fr-FR" altLang="fr-FR" dirty="0">
              <a:latin typeface="Bookman Old Style" panose="02050604050505020204" pitchFamily="18" charset="0"/>
            </a:endParaRPr>
          </a:p>
        </p:txBody>
      </p:sp>
    </p:spTree>
    <p:extLst>
      <p:ext uri="{BB962C8B-B14F-4D97-AF65-F5344CB8AC3E}">
        <p14:creationId xmlns:p14="http://schemas.microsoft.com/office/powerpoint/2010/main" val="3643025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900" decel="100000" fill="hold"/>
                                        <p:tgtEl>
                                          <p:spTgt spid="6"/>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6"/>
                                        </p:tgtEl>
                                        <p:attrNameLst>
                                          <p:attrName>ppt_y</p:attrName>
                                        </p:attrNameLst>
                                      </p:cBhvr>
                                      <p:tavLst>
                                        <p:tav tm="0">
                                          <p:val>
                                            <p:strVal val="#ppt_y-.03"/>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2" presetClass="exit" presetSubtype="4" fill="hold" grpId="1" nodeType="clickEffect">
                                  <p:stCondLst>
                                    <p:cond delay="0"/>
                                  </p:stCondLst>
                                  <p:childTnLst>
                                    <p:anim calcmode="lin" valueType="num">
                                      <p:cBhvr additive="base">
                                        <p:cTn id="14" dur="500"/>
                                        <p:tgtEl>
                                          <p:spTgt spid="6"/>
                                        </p:tgtEl>
                                        <p:attrNameLst>
                                          <p:attrName>ppt_x</p:attrName>
                                        </p:attrNameLst>
                                      </p:cBhvr>
                                      <p:tavLst>
                                        <p:tav tm="0">
                                          <p:val>
                                            <p:strVal val="ppt_x"/>
                                          </p:val>
                                        </p:tav>
                                        <p:tav tm="100000">
                                          <p:val>
                                            <p:strVal val="ppt_x"/>
                                          </p:val>
                                        </p:tav>
                                      </p:tavLst>
                                    </p:anim>
                                    <p:anim calcmode="lin" valueType="num">
                                      <p:cBhvr additive="base">
                                        <p:cTn id="15" dur="500"/>
                                        <p:tgtEl>
                                          <p:spTgt spid="6"/>
                                        </p:tgtEl>
                                        <p:attrNameLst>
                                          <p:attrName>ppt_y</p:attrName>
                                        </p:attrNameLst>
                                      </p:cBhvr>
                                      <p:tavLst>
                                        <p:tav tm="0">
                                          <p:val>
                                            <p:strVal val="ppt_y"/>
                                          </p:val>
                                        </p:tav>
                                        <p:tav tm="100000">
                                          <p:val>
                                            <p:strVal val="1+ppt_h/2"/>
                                          </p:val>
                                        </p:tav>
                                      </p:tavLst>
                                    </p:anim>
                                    <p:set>
                                      <p:cBhvr>
                                        <p:cTn id="16" dur="1" fill="hold">
                                          <p:stCondLst>
                                            <p:cond delay="499"/>
                                          </p:stCondLst>
                                        </p:cTn>
                                        <p:tgtEl>
                                          <p:spTgt spid="6"/>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7" presetClass="entr" presetSubtype="10"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anim calcmode="lin" valueType="num">
                                      <p:cBhvr>
                                        <p:cTn id="21" dur="500" fill="hold"/>
                                        <p:tgtEl>
                                          <p:spTgt spid="2"/>
                                        </p:tgtEl>
                                        <p:attrNameLst>
                                          <p:attrName>ppt_w</p:attrName>
                                        </p:attrNameLst>
                                      </p:cBhvr>
                                      <p:tavLst>
                                        <p:tav tm="0">
                                          <p:val>
                                            <p:fltVal val="0"/>
                                          </p:val>
                                        </p:tav>
                                        <p:tav tm="100000">
                                          <p:val>
                                            <p:strVal val="#ppt_w"/>
                                          </p:val>
                                        </p:tav>
                                      </p:tavLst>
                                    </p:anim>
                                    <p:anim calcmode="lin" valueType="num">
                                      <p:cBhvr>
                                        <p:cTn id="22" dur="500" fill="hold"/>
                                        <p:tgtEl>
                                          <p:spTgt spid="2"/>
                                        </p:tgtEl>
                                        <p:attrNameLst>
                                          <p:attrName>ppt_h</p:attrName>
                                        </p:attrNameLst>
                                      </p:cBhvr>
                                      <p:tavLst>
                                        <p:tav tm="0">
                                          <p:val>
                                            <p:strVal val="#ppt_h"/>
                                          </p:val>
                                        </p:tav>
                                        <p:tav tm="100000">
                                          <p:val>
                                            <p:strVal val="#ppt_h"/>
                                          </p:val>
                                        </p:tav>
                                      </p:tavLst>
                                    </p:anim>
                                  </p:childTnLst>
                                </p:cTn>
                              </p:par>
                              <p:par>
                                <p:cTn id="23" presetID="17" presetClass="entr" presetSubtype="10"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p:cTn id="25" dur="500" fill="hold"/>
                                        <p:tgtEl>
                                          <p:spTgt spid="11"/>
                                        </p:tgtEl>
                                        <p:attrNameLst>
                                          <p:attrName>ppt_w</p:attrName>
                                        </p:attrNameLst>
                                      </p:cBhvr>
                                      <p:tavLst>
                                        <p:tav tm="0">
                                          <p:val>
                                            <p:fltVal val="0"/>
                                          </p:val>
                                        </p:tav>
                                        <p:tav tm="100000">
                                          <p:val>
                                            <p:strVal val="#ppt_w"/>
                                          </p:val>
                                        </p:tav>
                                      </p:tavLst>
                                    </p:anim>
                                    <p:anim calcmode="lin" valueType="num">
                                      <p:cBhvr>
                                        <p:cTn id="26" dur="500" fill="hold"/>
                                        <p:tgtEl>
                                          <p:spTgt spid="11"/>
                                        </p:tgtEl>
                                        <p:attrNameLst>
                                          <p:attrName>ppt_h</p:attrName>
                                        </p:attrNameLst>
                                      </p:cBhvr>
                                      <p:tavLst>
                                        <p:tav tm="0">
                                          <p:val>
                                            <p:strVal val="#ppt_h"/>
                                          </p:val>
                                        </p:tav>
                                        <p:tav tm="100000">
                                          <p:val>
                                            <p:strVal val="#ppt_h"/>
                                          </p:val>
                                        </p:tav>
                                      </p:tavLst>
                                    </p:anim>
                                  </p:childTnLst>
                                </p:cTn>
                              </p:par>
                              <p:par>
                                <p:cTn id="27" presetID="17" presetClass="entr" presetSubtype="10" fill="hold" nodeType="withEffect">
                                  <p:stCondLst>
                                    <p:cond delay="0"/>
                                  </p:stCondLst>
                                  <p:childTnLst>
                                    <p:set>
                                      <p:cBhvr>
                                        <p:cTn id="28" dur="1" fill="hold">
                                          <p:stCondLst>
                                            <p:cond delay="0"/>
                                          </p:stCondLst>
                                        </p:cTn>
                                        <p:tgtEl>
                                          <p:spTgt spid="14"/>
                                        </p:tgtEl>
                                        <p:attrNameLst>
                                          <p:attrName>style.visibility</p:attrName>
                                        </p:attrNameLst>
                                      </p:cBhvr>
                                      <p:to>
                                        <p:strVal val="visible"/>
                                      </p:to>
                                    </p:set>
                                    <p:anim calcmode="lin" valueType="num">
                                      <p:cBhvr>
                                        <p:cTn id="29" dur="500" fill="hold"/>
                                        <p:tgtEl>
                                          <p:spTgt spid="14"/>
                                        </p:tgtEl>
                                        <p:attrNameLst>
                                          <p:attrName>ppt_w</p:attrName>
                                        </p:attrNameLst>
                                      </p:cBhvr>
                                      <p:tavLst>
                                        <p:tav tm="0">
                                          <p:val>
                                            <p:fltVal val="0"/>
                                          </p:val>
                                        </p:tav>
                                        <p:tav tm="100000">
                                          <p:val>
                                            <p:strVal val="#ppt_w"/>
                                          </p:val>
                                        </p:tav>
                                      </p:tavLst>
                                    </p:anim>
                                    <p:anim calcmode="lin" valueType="num">
                                      <p:cBhvr>
                                        <p:cTn id="30" dur="500" fill="hold"/>
                                        <p:tgtEl>
                                          <p:spTgt spid="14"/>
                                        </p:tgtEl>
                                        <p:attrNameLst>
                                          <p:attrName>ppt_h</p:attrName>
                                        </p:attrNameLst>
                                      </p:cBhvr>
                                      <p:tavLst>
                                        <p:tav tm="0">
                                          <p:val>
                                            <p:strVal val="#ppt_h"/>
                                          </p:val>
                                        </p:tav>
                                        <p:tav tm="100000">
                                          <p:val>
                                            <p:strVal val="#ppt_h"/>
                                          </p:val>
                                        </p:tav>
                                      </p:tavLst>
                                    </p:anim>
                                  </p:childTnLst>
                                </p:cTn>
                              </p:par>
                            </p:childTnLst>
                          </p:cTn>
                        </p:par>
                      </p:childTnLst>
                    </p:cTn>
                  </p:par>
                  <p:par>
                    <p:cTn id="31" fill="hold">
                      <p:stCondLst>
                        <p:cond delay="indefinite"/>
                      </p:stCondLst>
                      <p:childTnLst>
                        <p:par>
                          <p:cTn id="32" fill="hold">
                            <p:stCondLst>
                              <p:cond delay="0"/>
                            </p:stCondLst>
                            <p:childTnLst>
                              <p:par>
                                <p:cTn id="33" presetID="17" presetClass="entr" presetSubtype="10" fill="hold" grpId="0" nodeType="clickEffect">
                                  <p:stCondLst>
                                    <p:cond delay="0"/>
                                  </p:stCondLst>
                                  <p:childTnLst>
                                    <p:set>
                                      <p:cBhvr>
                                        <p:cTn id="34" dur="1" fill="hold">
                                          <p:stCondLst>
                                            <p:cond delay="0"/>
                                          </p:stCondLst>
                                        </p:cTn>
                                        <p:tgtEl>
                                          <p:spTgt spid="3"/>
                                        </p:tgtEl>
                                        <p:attrNameLst>
                                          <p:attrName>style.visibility</p:attrName>
                                        </p:attrNameLst>
                                      </p:cBhvr>
                                      <p:to>
                                        <p:strVal val="visible"/>
                                      </p:to>
                                    </p:set>
                                    <p:anim calcmode="lin" valueType="num">
                                      <p:cBhvr>
                                        <p:cTn id="35" dur="500" fill="hold"/>
                                        <p:tgtEl>
                                          <p:spTgt spid="3"/>
                                        </p:tgtEl>
                                        <p:attrNameLst>
                                          <p:attrName>ppt_w</p:attrName>
                                        </p:attrNameLst>
                                      </p:cBhvr>
                                      <p:tavLst>
                                        <p:tav tm="0">
                                          <p:val>
                                            <p:fltVal val="0"/>
                                          </p:val>
                                        </p:tav>
                                        <p:tav tm="100000">
                                          <p:val>
                                            <p:strVal val="#ppt_w"/>
                                          </p:val>
                                        </p:tav>
                                      </p:tavLst>
                                    </p:anim>
                                    <p:anim calcmode="lin" valueType="num">
                                      <p:cBhvr>
                                        <p:cTn id="36" dur="500" fill="hold"/>
                                        <p:tgtEl>
                                          <p:spTgt spid="3"/>
                                        </p:tgtEl>
                                        <p:attrNameLst>
                                          <p:attrName>ppt_h</p:attrName>
                                        </p:attrNameLst>
                                      </p:cBhvr>
                                      <p:tavLst>
                                        <p:tav tm="0">
                                          <p:val>
                                            <p:strVal val="#ppt_h"/>
                                          </p:val>
                                        </p:tav>
                                        <p:tav tm="100000">
                                          <p:val>
                                            <p:strVal val="#ppt_h"/>
                                          </p:val>
                                        </p:tav>
                                      </p:tavLst>
                                    </p:anim>
                                  </p:childTnLst>
                                </p:cTn>
                              </p:par>
                            </p:childTnLst>
                          </p:cTn>
                        </p:par>
                      </p:childTnLst>
                    </p:cTn>
                  </p:par>
                  <p:par>
                    <p:cTn id="37" fill="hold">
                      <p:stCondLst>
                        <p:cond delay="indefinite"/>
                      </p:stCondLst>
                      <p:childTnLst>
                        <p:par>
                          <p:cTn id="38" fill="hold">
                            <p:stCondLst>
                              <p:cond delay="0"/>
                            </p:stCondLst>
                            <p:childTnLst>
                              <p:par>
                                <p:cTn id="39" presetID="2" presetClass="exit" presetSubtype="4" fill="hold" grpId="1" nodeType="clickEffect">
                                  <p:stCondLst>
                                    <p:cond delay="0"/>
                                  </p:stCondLst>
                                  <p:childTnLst>
                                    <p:anim calcmode="lin" valueType="num">
                                      <p:cBhvr additive="base">
                                        <p:cTn id="40" dur="500"/>
                                        <p:tgtEl>
                                          <p:spTgt spid="2"/>
                                        </p:tgtEl>
                                        <p:attrNameLst>
                                          <p:attrName>ppt_x</p:attrName>
                                        </p:attrNameLst>
                                      </p:cBhvr>
                                      <p:tavLst>
                                        <p:tav tm="0">
                                          <p:val>
                                            <p:strVal val="ppt_x"/>
                                          </p:val>
                                        </p:tav>
                                        <p:tav tm="100000">
                                          <p:val>
                                            <p:strVal val="ppt_x"/>
                                          </p:val>
                                        </p:tav>
                                      </p:tavLst>
                                    </p:anim>
                                    <p:anim calcmode="lin" valueType="num">
                                      <p:cBhvr additive="base">
                                        <p:cTn id="41" dur="500"/>
                                        <p:tgtEl>
                                          <p:spTgt spid="2"/>
                                        </p:tgtEl>
                                        <p:attrNameLst>
                                          <p:attrName>ppt_y</p:attrName>
                                        </p:attrNameLst>
                                      </p:cBhvr>
                                      <p:tavLst>
                                        <p:tav tm="0">
                                          <p:val>
                                            <p:strVal val="ppt_y"/>
                                          </p:val>
                                        </p:tav>
                                        <p:tav tm="100000">
                                          <p:val>
                                            <p:strVal val="1+ppt_h/2"/>
                                          </p:val>
                                        </p:tav>
                                      </p:tavLst>
                                    </p:anim>
                                    <p:set>
                                      <p:cBhvr>
                                        <p:cTn id="42" dur="1" fill="hold">
                                          <p:stCondLst>
                                            <p:cond delay="499"/>
                                          </p:stCondLst>
                                        </p:cTn>
                                        <p:tgtEl>
                                          <p:spTgt spid="2"/>
                                        </p:tgtEl>
                                        <p:attrNameLst>
                                          <p:attrName>style.visibility</p:attrName>
                                        </p:attrNameLst>
                                      </p:cBhvr>
                                      <p:to>
                                        <p:strVal val="hidden"/>
                                      </p:to>
                                    </p:set>
                                  </p:childTnLst>
                                </p:cTn>
                              </p:par>
                              <p:par>
                                <p:cTn id="43" presetID="2" presetClass="exit" presetSubtype="4" fill="hold" nodeType="withEffect">
                                  <p:stCondLst>
                                    <p:cond delay="0"/>
                                  </p:stCondLst>
                                  <p:childTnLst>
                                    <p:anim calcmode="lin" valueType="num">
                                      <p:cBhvr additive="base">
                                        <p:cTn id="44" dur="500"/>
                                        <p:tgtEl>
                                          <p:spTgt spid="11"/>
                                        </p:tgtEl>
                                        <p:attrNameLst>
                                          <p:attrName>ppt_x</p:attrName>
                                        </p:attrNameLst>
                                      </p:cBhvr>
                                      <p:tavLst>
                                        <p:tav tm="0">
                                          <p:val>
                                            <p:strVal val="ppt_x"/>
                                          </p:val>
                                        </p:tav>
                                        <p:tav tm="100000">
                                          <p:val>
                                            <p:strVal val="ppt_x"/>
                                          </p:val>
                                        </p:tav>
                                      </p:tavLst>
                                    </p:anim>
                                    <p:anim calcmode="lin" valueType="num">
                                      <p:cBhvr additive="base">
                                        <p:cTn id="45" dur="500"/>
                                        <p:tgtEl>
                                          <p:spTgt spid="11"/>
                                        </p:tgtEl>
                                        <p:attrNameLst>
                                          <p:attrName>ppt_y</p:attrName>
                                        </p:attrNameLst>
                                      </p:cBhvr>
                                      <p:tavLst>
                                        <p:tav tm="0">
                                          <p:val>
                                            <p:strVal val="ppt_y"/>
                                          </p:val>
                                        </p:tav>
                                        <p:tav tm="100000">
                                          <p:val>
                                            <p:strVal val="1+ppt_h/2"/>
                                          </p:val>
                                        </p:tav>
                                      </p:tavLst>
                                    </p:anim>
                                    <p:set>
                                      <p:cBhvr>
                                        <p:cTn id="46" dur="1" fill="hold">
                                          <p:stCondLst>
                                            <p:cond delay="499"/>
                                          </p:stCondLst>
                                        </p:cTn>
                                        <p:tgtEl>
                                          <p:spTgt spid="11"/>
                                        </p:tgtEl>
                                        <p:attrNameLst>
                                          <p:attrName>style.visibility</p:attrName>
                                        </p:attrNameLst>
                                      </p:cBhvr>
                                      <p:to>
                                        <p:strVal val="hidden"/>
                                      </p:to>
                                    </p:set>
                                  </p:childTnLst>
                                </p:cTn>
                              </p:par>
                              <p:par>
                                <p:cTn id="47" presetID="2" presetClass="exit" presetSubtype="4" fill="hold" nodeType="withEffect">
                                  <p:stCondLst>
                                    <p:cond delay="0"/>
                                  </p:stCondLst>
                                  <p:childTnLst>
                                    <p:anim calcmode="lin" valueType="num">
                                      <p:cBhvr additive="base">
                                        <p:cTn id="48" dur="500"/>
                                        <p:tgtEl>
                                          <p:spTgt spid="14"/>
                                        </p:tgtEl>
                                        <p:attrNameLst>
                                          <p:attrName>ppt_x</p:attrName>
                                        </p:attrNameLst>
                                      </p:cBhvr>
                                      <p:tavLst>
                                        <p:tav tm="0">
                                          <p:val>
                                            <p:strVal val="ppt_x"/>
                                          </p:val>
                                        </p:tav>
                                        <p:tav tm="100000">
                                          <p:val>
                                            <p:strVal val="ppt_x"/>
                                          </p:val>
                                        </p:tav>
                                      </p:tavLst>
                                    </p:anim>
                                    <p:anim calcmode="lin" valueType="num">
                                      <p:cBhvr additive="base">
                                        <p:cTn id="49" dur="500"/>
                                        <p:tgtEl>
                                          <p:spTgt spid="14"/>
                                        </p:tgtEl>
                                        <p:attrNameLst>
                                          <p:attrName>ppt_y</p:attrName>
                                        </p:attrNameLst>
                                      </p:cBhvr>
                                      <p:tavLst>
                                        <p:tav tm="0">
                                          <p:val>
                                            <p:strVal val="ppt_y"/>
                                          </p:val>
                                        </p:tav>
                                        <p:tav tm="100000">
                                          <p:val>
                                            <p:strVal val="1+ppt_h/2"/>
                                          </p:val>
                                        </p:tav>
                                      </p:tavLst>
                                    </p:anim>
                                    <p:set>
                                      <p:cBhvr>
                                        <p:cTn id="50" dur="1" fill="hold">
                                          <p:stCondLst>
                                            <p:cond delay="499"/>
                                          </p:stCondLst>
                                        </p:cTn>
                                        <p:tgtEl>
                                          <p:spTgt spid="14"/>
                                        </p:tgtEl>
                                        <p:attrNameLst>
                                          <p:attrName>style.visibility</p:attrName>
                                        </p:attrNameLst>
                                      </p:cBhvr>
                                      <p:to>
                                        <p:strVal val="hidden"/>
                                      </p:to>
                                    </p:set>
                                  </p:childTnLst>
                                </p:cTn>
                              </p:par>
                              <p:par>
                                <p:cTn id="51" presetID="2" presetClass="exit" presetSubtype="4" fill="hold" grpId="1" nodeType="withEffect">
                                  <p:stCondLst>
                                    <p:cond delay="0"/>
                                  </p:stCondLst>
                                  <p:childTnLst>
                                    <p:anim calcmode="lin" valueType="num">
                                      <p:cBhvr additive="base">
                                        <p:cTn id="52" dur="500"/>
                                        <p:tgtEl>
                                          <p:spTgt spid="3"/>
                                        </p:tgtEl>
                                        <p:attrNameLst>
                                          <p:attrName>ppt_x</p:attrName>
                                        </p:attrNameLst>
                                      </p:cBhvr>
                                      <p:tavLst>
                                        <p:tav tm="0">
                                          <p:val>
                                            <p:strVal val="ppt_x"/>
                                          </p:val>
                                        </p:tav>
                                        <p:tav tm="100000">
                                          <p:val>
                                            <p:strVal val="ppt_x"/>
                                          </p:val>
                                        </p:tav>
                                      </p:tavLst>
                                    </p:anim>
                                    <p:anim calcmode="lin" valueType="num">
                                      <p:cBhvr additive="base">
                                        <p:cTn id="53" dur="500"/>
                                        <p:tgtEl>
                                          <p:spTgt spid="3"/>
                                        </p:tgtEl>
                                        <p:attrNameLst>
                                          <p:attrName>ppt_y</p:attrName>
                                        </p:attrNameLst>
                                      </p:cBhvr>
                                      <p:tavLst>
                                        <p:tav tm="0">
                                          <p:val>
                                            <p:strVal val="ppt_y"/>
                                          </p:val>
                                        </p:tav>
                                        <p:tav tm="100000">
                                          <p:val>
                                            <p:strVal val="1+ppt_h/2"/>
                                          </p:val>
                                        </p:tav>
                                      </p:tavLst>
                                    </p:anim>
                                    <p:set>
                                      <p:cBhvr>
                                        <p:cTn id="54" dur="1" fill="hold">
                                          <p:stCondLst>
                                            <p:cond delay="499"/>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p:bldP spid="3" grpId="1"/>
      <p:bldP spid="6" grpId="0"/>
      <p:bldP spid="6"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contenu 5">
            <a:extLst>
              <a:ext uri="{FF2B5EF4-FFF2-40B4-BE49-F238E27FC236}">
                <a16:creationId xmlns:a16="http://schemas.microsoft.com/office/drawing/2014/main" id="{C47D3958-2BD7-ECA6-65F5-A6264AB74C3A}"/>
              </a:ext>
            </a:extLst>
          </p:cNvPr>
          <p:cNvSpPr>
            <a:spLocks noGrp="1"/>
          </p:cNvSpPr>
          <p:nvPr>
            <p:ph sz="half" idx="1"/>
          </p:nvPr>
        </p:nvSpPr>
        <p:spPr>
          <a:xfrm>
            <a:off x="776584" y="2405848"/>
            <a:ext cx="11314802" cy="3998753"/>
          </a:xfrm>
        </p:spPr>
        <p:txBody>
          <a:bodyPr>
            <a:normAutofit/>
          </a:bodyPr>
          <a:lstStyle/>
          <a:p>
            <a:pPr marL="457200" lvl="1" indent="0" algn="just">
              <a:lnSpc>
                <a:spcPct val="120000"/>
              </a:lnSpc>
              <a:buNone/>
            </a:pPr>
            <a:r>
              <a:rPr lang="fr-FR" sz="4800" dirty="0">
                <a:latin typeface="Bookman Old Style" panose="02050604050505020204" pitchFamily="18" charset="0"/>
              </a:rPr>
              <a:t> </a:t>
            </a:r>
          </a:p>
          <a:p>
            <a:pPr marL="457200" lvl="1" indent="0" algn="just" defTabSz="914400" eaLnBrk="0" fontAlgn="base" hangingPunct="0">
              <a:lnSpc>
                <a:spcPct val="150000"/>
              </a:lnSpc>
              <a:spcBef>
                <a:spcPct val="0"/>
              </a:spcBef>
              <a:spcAft>
                <a:spcPct val="0"/>
              </a:spcAft>
              <a:buClrTx/>
              <a:buFontTx/>
              <a:buChar char="•"/>
            </a:pPr>
            <a:endParaRPr lang="fr-FR" sz="1400" dirty="0">
              <a:latin typeface="Bookman Old Style" panose="02050604050505020204" pitchFamily="18" charset="0"/>
            </a:endParaRPr>
          </a:p>
        </p:txBody>
      </p:sp>
      <p:sp>
        <p:nvSpPr>
          <p:cNvPr id="4" name="Espace réservé du numéro de diapositive 3">
            <a:extLst>
              <a:ext uri="{FF2B5EF4-FFF2-40B4-BE49-F238E27FC236}">
                <a16:creationId xmlns:a16="http://schemas.microsoft.com/office/drawing/2014/main" id="{96DEF3C7-DF3E-637E-5659-583C396666E0}"/>
              </a:ext>
            </a:extLst>
          </p:cNvPr>
          <p:cNvSpPr>
            <a:spLocks noGrp="1"/>
          </p:cNvSpPr>
          <p:nvPr>
            <p:ph type="sldNum" sz="quarter" idx="12"/>
          </p:nvPr>
        </p:nvSpPr>
        <p:spPr/>
        <p:txBody>
          <a:bodyPr/>
          <a:lstStyle/>
          <a:p>
            <a:fld id="{4EFB72C0-99D3-44BB-B7E8-F5268695D5AA}" type="slidenum">
              <a:rPr lang="fr-FR" smtClean="0"/>
              <a:t>14</a:t>
            </a:fld>
            <a:endParaRPr lang="fr-FR"/>
          </a:p>
        </p:txBody>
      </p:sp>
      <p:sp>
        <p:nvSpPr>
          <p:cNvPr id="2" name="ZoneTexte 1">
            <a:extLst>
              <a:ext uri="{FF2B5EF4-FFF2-40B4-BE49-F238E27FC236}">
                <a16:creationId xmlns:a16="http://schemas.microsoft.com/office/drawing/2014/main" id="{E49AC54A-3102-392B-CAA8-7320595FA797}"/>
              </a:ext>
            </a:extLst>
          </p:cNvPr>
          <p:cNvSpPr txBox="1"/>
          <p:nvPr/>
        </p:nvSpPr>
        <p:spPr>
          <a:xfrm>
            <a:off x="1544289" y="761149"/>
            <a:ext cx="10263011" cy="1896801"/>
          </a:xfrm>
          <a:prstGeom prst="rect">
            <a:avLst/>
          </a:prstGeom>
          <a:noFill/>
        </p:spPr>
        <p:txBody>
          <a:bodyPr wrap="square" rtlCol="0">
            <a:spAutoFit/>
          </a:bodyPr>
          <a:lstStyle/>
          <a:p>
            <a:pPr lvl="0" algn="just" defTabSz="914400" eaLnBrk="0" fontAlgn="base" hangingPunct="0">
              <a:lnSpc>
                <a:spcPct val="150000"/>
              </a:lnSpc>
              <a:spcBef>
                <a:spcPct val="0"/>
              </a:spcBef>
              <a:spcAft>
                <a:spcPct val="0"/>
              </a:spcAft>
            </a:pPr>
            <a:r>
              <a:rPr lang="fr-FR" altLang="fr-FR" sz="1600" b="1" dirty="0">
                <a:solidFill>
                  <a:schemeClr val="accent4"/>
                </a:solidFill>
                <a:latin typeface="Bookman Old Style" panose="02050604050505020204" pitchFamily="18" charset="0"/>
              </a:rPr>
              <a:t>1. Menaces identifiées (Cas Pratiques)</a:t>
            </a:r>
            <a:endParaRPr lang="fr-FR" altLang="fr-FR" sz="1600" dirty="0">
              <a:solidFill>
                <a:schemeClr val="accent4"/>
              </a:solidFill>
              <a:latin typeface="Bookman Old Style" panose="02050604050505020204" pitchFamily="18" charset="0"/>
            </a:endParaRPr>
          </a:p>
          <a:p>
            <a:pPr lvl="0" algn="just" defTabSz="914400" eaLnBrk="0" fontAlgn="base" hangingPunct="0">
              <a:lnSpc>
                <a:spcPct val="150000"/>
              </a:lnSpc>
              <a:spcBef>
                <a:spcPct val="0"/>
              </a:spcBef>
              <a:spcAft>
                <a:spcPct val="0"/>
              </a:spcAft>
            </a:pPr>
            <a:r>
              <a:rPr lang="fr-FR" altLang="fr-FR" sz="1600" dirty="0">
                <a:solidFill>
                  <a:srgbClr val="0A0A0A"/>
                </a:solidFill>
                <a:latin typeface="Bookman Old Style" panose="02050604050505020204" pitchFamily="18" charset="0"/>
              </a:rPr>
              <a:t>Les FDS sont régulièrement confrontées à des tentatives de déstabilisation informationnelle :</a:t>
            </a:r>
            <a:endParaRPr lang="fr-FR" altLang="fr-FR" sz="1600" dirty="0">
              <a:latin typeface="Bookman Old Style" panose="02050604050505020204" pitchFamily="18" charset="0"/>
            </a:endParaRPr>
          </a:p>
          <a:p>
            <a:pPr lvl="0" algn="just" defTabSz="914400" eaLnBrk="0" fontAlgn="base" hangingPunct="0">
              <a:lnSpc>
                <a:spcPct val="150000"/>
              </a:lnSpc>
              <a:spcBef>
                <a:spcPct val="0"/>
              </a:spcBef>
              <a:spcAft>
                <a:spcPct val="0"/>
              </a:spcAft>
              <a:buFontTx/>
              <a:buChar char="•"/>
            </a:pPr>
            <a:r>
              <a:rPr lang="fr-FR" altLang="fr-FR" sz="1600" b="1" dirty="0">
                <a:solidFill>
                  <a:srgbClr val="0A0A0A"/>
                </a:solidFill>
                <a:latin typeface="Bookman Old Style" panose="02050604050505020204" pitchFamily="18" charset="0"/>
              </a:rPr>
              <a:t>Manipulation de contenus multimédias :</a:t>
            </a:r>
            <a:r>
              <a:rPr lang="fr-FR" altLang="fr-FR" sz="1600" dirty="0">
                <a:solidFill>
                  <a:srgbClr val="0A0A0A"/>
                </a:solidFill>
                <a:latin typeface="Bookman Old Style" panose="02050604050505020204" pitchFamily="18" charset="0"/>
              </a:rPr>
              <a:t> </a:t>
            </a:r>
          </a:p>
          <a:p>
            <a:pPr lvl="0" algn="just" defTabSz="914400" eaLnBrk="0" fontAlgn="base" hangingPunct="0">
              <a:lnSpc>
                <a:spcPct val="150000"/>
              </a:lnSpc>
              <a:spcBef>
                <a:spcPct val="0"/>
              </a:spcBef>
              <a:spcAft>
                <a:spcPct val="0"/>
              </a:spcAft>
              <a:buFontTx/>
              <a:buChar char="•"/>
            </a:pPr>
            <a:r>
              <a:rPr lang="fr-FR" altLang="fr-FR" sz="1600" b="1" dirty="0">
                <a:solidFill>
                  <a:srgbClr val="0A0A0A"/>
                </a:solidFill>
                <a:latin typeface="Bookman Old Style" panose="02050604050505020204" pitchFamily="18" charset="0"/>
              </a:rPr>
              <a:t>Utilisation incontrôlée des réseaux sociaux par les personnels :</a:t>
            </a:r>
            <a:r>
              <a:rPr lang="fr-FR" altLang="fr-FR" sz="1600" dirty="0">
                <a:solidFill>
                  <a:srgbClr val="0A0A0A"/>
                </a:solidFill>
                <a:latin typeface="Bookman Old Style" panose="02050604050505020204" pitchFamily="18" charset="0"/>
              </a:rPr>
              <a:t> </a:t>
            </a:r>
          </a:p>
          <a:p>
            <a:pPr lvl="0" algn="just" defTabSz="914400" eaLnBrk="0" fontAlgn="base" hangingPunct="0">
              <a:lnSpc>
                <a:spcPct val="150000"/>
              </a:lnSpc>
              <a:spcBef>
                <a:spcPct val="0"/>
              </a:spcBef>
              <a:spcAft>
                <a:spcPct val="0"/>
              </a:spcAft>
              <a:buFontTx/>
              <a:buChar char="•"/>
            </a:pPr>
            <a:r>
              <a:rPr lang="fr-FR" altLang="fr-FR" sz="1600" b="1" dirty="0">
                <a:solidFill>
                  <a:srgbClr val="0A0A0A"/>
                </a:solidFill>
                <a:latin typeface="Bookman Old Style" panose="02050604050505020204" pitchFamily="18" charset="0"/>
              </a:rPr>
              <a:t>Cyber-activisme hostile :</a:t>
            </a:r>
            <a:r>
              <a:rPr lang="fr-FR" altLang="fr-FR" sz="1600" dirty="0">
                <a:solidFill>
                  <a:srgbClr val="0A0A0A"/>
                </a:solidFill>
                <a:latin typeface="Bookman Old Style" panose="02050604050505020204" pitchFamily="18" charset="0"/>
              </a:rPr>
              <a:t> </a:t>
            </a:r>
          </a:p>
        </p:txBody>
      </p:sp>
      <p:sp>
        <p:nvSpPr>
          <p:cNvPr id="5" name="ZoneTexte 4">
            <a:extLst>
              <a:ext uri="{FF2B5EF4-FFF2-40B4-BE49-F238E27FC236}">
                <a16:creationId xmlns:a16="http://schemas.microsoft.com/office/drawing/2014/main" id="{345F6FDC-C7F6-D6C0-CA01-FD1128E7D5F7}"/>
              </a:ext>
            </a:extLst>
          </p:cNvPr>
          <p:cNvSpPr txBox="1"/>
          <p:nvPr/>
        </p:nvSpPr>
        <p:spPr>
          <a:xfrm>
            <a:off x="1088781" y="604182"/>
            <a:ext cx="11174026" cy="2210733"/>
          </a:xfrm>
          <a:prstGeom prst="rect">
            <a:avLst/>
          </a:prstGeom>
          <a:noFill/>
        </p:spPr>
        <p:txBody>
          <a:bodyPr wrap="square" rtlCol="0">
            <a:spAutoFit/>
          </a:bodyPr>
          <a:lstStyle/>
          <a:p>
            <a:pPr algn="just" defTabSz="914400" eaLnBrk="0" fontAlgn="base" hangingPunct="0">
              <a:lnSpc>
                <a:spcPct val="150000"/>
              </a:lnSpc>
              <a:spcBef>
                <a:spcPct val="0"/>
              </a:spcBef>
              <a:spcAft>
                <a:spcPct val="0"/>
              </a:spcAft>
            </a:pPr>
            <a:r>
              <a:rPr lang="fr-FR" altLang="fr-FR" sz="1200" dirty="0">
                <a:latin typeface="Bookman Old Style" panose="02050604050505020204" pitchFamily="18" charset="0"/>
              </a:rPr>
              <a:t>       </a:t>
            </a:r>
            <a:r>
              <a:rPr lang="fr-FR" altLang="fr-FR" sz="1600" b="1" dirty="0">
                <a:solidFill>
                  <a:schemeClr val="accent4"/>
                </a:solidFill>
                <a:latin typeface="Bookman Old Style" panose="02050604050505020204" pitchFamily="18" charset="0"/>
              </a:rPr>
              <a:t>2- Stratégies de Protection</a:t>
            </a:r>
            <a:endParaRPr lang="fr-FR" altLang="fr-FR" sz="1600" dirty="0">
              <a:solidFill>
                <a:schemeClr val="accent4"/>
              </a:solidFill>
              <a:latin typeface="Bookman Old Style" panose="02050604050505020204" pitchFamily="18" charset="0"/>
            </a:endParaRPr>
          </a:p>
          <a:p>
            <a:pPr lvl="0" indent="360000" algn="just" defTabSz="914400" eaLnBrk="0" fontAlgn="base" hangingPunct="0">
              <a:lnSpc>
                <a:spcPct val="120000"/>
              </a:lnSpc>
              <a:spcBef>
                <a:spcPct val="0"/>
              </a:spcBef>
              <a:spcAft>
                <a:spcPct val="0"/>
              </a:spcAft>
            </a:pPr>
            <a:r>
              <a:rPr lang="fr-FR" altLang="fr-FR" sz="1600" dirty="0">
                <a:solidFill>
                  <a:srgbClr val="0A0A0A"/>
                </a:solidFill>
                <a:latin typeface="Bookman Old Style" panose="02050604050505020204" pitchFamily="18" charset="0"/>
              </a:rPr>
              <a:t>L'État camerounais déploie plusieurs leviers pour protéger l'image de son armée :</a:t>
            </a:r>
            <a:endParaRPr lang="fr-FR" altLang="fr-FR" sz="1600" dirty="0">
              <a:latin typeface="Bookman Old Style" panose="02050604050505020204" pitchFamily="18" charset="0"/>
            </a:endParaRPr>
          </a:p>
          <a:p>
            <a:pPr marL="285750" lvl="0" indent="-285750" defTabSz="914400" eaLnBrk="0" fontAlgn="base" hangingPunct="0">
              <a:lnSpc>
                <a:spcPct val="120000"/>
              </a:lnSpc>
              <a:spcBef>
                <a:spcPct val="0"/>
              </a:spcBef>
              <a:spcAft>
                <a:spcPct val="0"/>
              </a:spcAft>
              <a:buFont typeface="Wingdings" panose="05000000000000000000" pitchFamily="2" charset="2"/>
              <a:buChar char="§"/>
            </a:pPr>
            <a:r>
              <a:rPr lang="fr-FR" altLang="fr-FR" sz="1600" b="1" dirty="0">
                <a:solidFill>
                  <a:srgbClr val="0A0A0A"/>
                </a:solidFill>
                <a:latin typeface="Bookman Old Style" panose="02050604050505020204" pitchFamily="18" charset="0"/>
              </a:rPr>
              <a:t>          Cadre Juridique Répressif :</a:t>
            </a:r>
            <a:endParaRPr lang="fr-FR" altLang="fr-FR" sz="1600" dirty="0">
              <a:solidFill>
                <a:srgbClr val="0A0A0A"/>
              </a:solidFill>
              <a:latin typeface="Bookman Old Style" panose="02050604050505020204" pitchFamily="18" charset="0"/>
            </a:endParaRPr>
          </a:p>
          <a:p>
            <a:pPr marL="285750" lvl="0" indent="-285750" defTabSz="914400" eaLnBrk="0" fontAlgn="base" hangingPunct="0">
              <a:lnSpc>
                <a:spcPct val="120000"/>
              </a:lnSpc>
              <a:spcBef>
                <a:spcPct val="0"/>
              </a:spcBef>
              <a:spcAft>
                <a:spcPct val="0"/>
              </a:spcAft>
              <a:buFont typeface="Wingdings" panose="05000000000000000000" pitchFamily="2" charset="2"/>
              <a:buChar char="§"/>
            </a:pPr>
            <a:r>
              <a:rPr lang="fr-FR" sz="1600" dirty="0">
                <a:solidFill>
                  <a:srgbClr val="0A0A0A"/>
                </a:solidFill>
                <a:latin typeface="Bookman Old Style" panose="02050604050505020204" pitchFamily="18" charset="0"/>
              </a:rPr>
              <a:t>           </a:t>
            </a:r>
            <a:r>
              <a:rPr lang="fr-FR" sz="1600" dirty="0">
                <a:latin typeface="Bookman Old Style" panose="02050604050505020204" pitchFamily="18" charset="0"/>
              </a:rPr>
              <a:t>L’</a:t>
            </a:r>
            <a:r>
              <a:rPr lang="fr-FR" sz="1600" b="1" dirty="0">
                <a:latin typeface="Bookman Old Style" panose="02050604050505020204" pitchFamily="18" charset="0"/>
              </a:rPr>
              <a:t>Agence Nationale des Technologies de l'Information et de la Communication (ANTIC)</a:t>
            </a:r>
            <a:r>
              <a:rPr lang="fr-FR" sz="1600" dirty="0">
                <a:latin typeface="Bookman Old Style" panose="02050604050505020204" pitchFamily="18" charset="0"/>
              </a:rPr>
              <a:t> </a:t>
            </a:r>
          </a:p>
          <a:p>
            <a:pPr marL="285750" indent="-285750">
              <a:lnSpc>
                <a:spcPct val="120000"/>
              </a:lnSpc>
              <a:buFont typeface="Wingdings" panose="05000000000000000000" pitchFamily="2" charset="2"/>
              <a:buChar char="§"/>
            </a:pPr>
            <a:r>
              <a:rPr lang="fr-FR" sz="1600" b="1" dirty="0">
                <a:latin typeface="Bookman Old Style" panose="02050604050505020204" pitchFamily="18" charset="0"/>
              </a:rPr>
              <a:t>          Communication de Réplique (Contre-discours) :</a:t>
            </a:r>
            <a:endParaRPr lang="fr-FR" sz="1600" dirty="0">
              <a:latin typeface="Bookman Old Style" panose="02050604050505020204" pitchFamily="18" charset="0"/>
            </a:endParaRPr>
          </a:p>
          <a:p>
            <a:pPr marL="285750" indent="-285750">
              <a:lnSpc>
                <a:spcPct val="120000"/>
              </a:lnSpc>
              <a:buFont typeface="Wingdings" panose="05000000000000000000" pitchFamily="2" charset="2"/>
              <a:buChar char="§"/>
            </a:pPr>
            <a:r>
              <a:rPr lang="fr-FR" sz="1600" dirty="0">
                <a:latin typeface="Bookman Old Style" panose="02050604050505020204" pitchFamily="18" charset="0"/>
              </a:rPr>
              <a:t>           La </a:t>
            </a:r>
            <a:r>
              <a:rPr lang="fr-FR" sz="1600" b="1" dirty="0">
                <a:latin typeface="Bookman Old Style" panose="02050604050505020204" pitchFamily="18" charset="0"/>
              </a:rPr>
              <a:t>Division de la Communication (DIVCOM)</a:t>
            </a:r>
            <a:r>
              <a:rPr lang="fr-FR" sz="1600" dirty="0">
                <a:latin typeface="Bookman Old Style" panose="02050604050505020204" pitchFamily="18" charset="0"/>
              </a:rPr>
              <a:t> </a:t>
            </a:r>
          </a:p>
          <a:p>
            <a:pPr marL="285750" indent="-285750">
              <a:lnSpc>
                <a:spcPct val="120000"/>
              </a:lnSpc>
              <a:buFont typeface="Wingdings" panose="05000000000000000000" pitchFamily="2" charset="2"/>
              <a:buChar char="§"/>
            </a:pPr>
            <a:r>
              <a:rPr lang="fr-FR" sz="1600" b="1" dirty="0">
                <a:latin typeface="Bookman Old Style" panose="02050604050505020204" pitchFamily="18" charset="0"/>
              </a:rPr>
              <a:t>          Surveillance et Veille :</a:t>
            </a:r>
            <a:endParaRPr lang="fr-FR" sz="1600" dirty="0">
              <a:latin typeface="Bookman Old Style" panose="02050604050505020204" pitchFamily="18" charset="0"/>
            </a:endParaRPr>
          </a:p>
        </p:txBody>
      </p:sp>
    </p:spTree>
    <p:extLst>
      <p:ext uri="{BB962C8B-B14F-4D97-AF65-F5344CB8AC3E}">
        <p14:creationId xmlns:p14="http://schemas.microsoft.com/office/powerpoint/2010/main" val="3550565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900" decel="100000" fill="hold"/>
                                        <p:tgtEl>
                                          <p:spTgt spid="2"/>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2"/>
                                        </p:tgtEl>
                                        <p:attrNameLst>
                                          <p:attrName>ppt_y</p:attrName>
                                        </p:attrNameLst>
                                      </p:cBhvr>
                                      <p:tavLst>
                                        <p:tav tm="0">
                                          <p:val>
                                            <p:strVal val="#ppt_y-.03"/>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2" presetClass="exit" presetSubtype="4" fill="hold" grpId="1" nodeType="clickEffect">
                                  <p:stCondLst>
                                    <p:cond delay="0"/>
                                  </p:stCondLst>
                                  <p:childTnLst>
                                    <p:anim calcmode="lin" valueType="num">
                                      <p:cBhvr additive="base">
                                        <p:cTn id="14" dur="500"/>
                                        <p:tgtEl>
                                          <p:spTgt spid="2"/>
                                        </p:tgtEl>
                                        <p:attrNameLst>
                                          <p:attrName>ppt_x</p:attrName>
                                        </p:attrNameLst>
                                      </p:cBhvr>
                                      <p:tavLst>
                                        <p:tav tm="0">
                                          <p:val>
                                            <p:strVal val="ppt_x"/>
                                          </p:val>
                                        </p:tav>
                                        <p:tav tm="100000">
                                          <p:val>
                                            <p:strVal val="ppt_x"/>
                                          </p:val>
                                        </p:tav>
                                      </p:tavLst>
                                    </p:anim>
                                    <p:anim calcmode="lin" valueType="num">
                                      <p:cBhvr additive="base">
                                        <p:cTn id="15" dur="500"/>
                                        <p:tgtEl>
                                          <p:spTgt spid="2"/>
                                        </p:tgtEl>
                                        <p:attrNameLst>
                                          <p:attrName>ppt_y</p:attrName>
                                        </p:attrNameLst>
                                      </p:cBhvr>
                                      <p:tavLst>
                                        <p:tav tm="0">
                                          <p:val>
                                            <p:strVal val="ppt_y"/>
                                          </p:val>
                                        </p:tav>
                                        <p:tav tm="100000">
                                          <p:val>
                                            <p:strVal val="1+ppt_h/2"/>
                                          </p:val>
                                        </p:tav>
                                      </p:tavLst>
                                    </p:anim>
                                    <p:set>
                                      <p:cBhvr>
                                        <p:cTn id="16" dur="1" fill="hold">
                                          <p:stCondLst>
                                            <p:cond delay="499"/>
                                          </p:stCondLst>
                                        </p:cTn>
                                        <p:tgtEl>
                                          <p:spTgt spid="2"/>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7" presetClass="entr" presetSubtype="1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p:cTn id="21" dur="500" fill="hold"/>
                                        <p:tgtEl>
                                          <p:spTgt spid="5"/>
                                        </p:tgtEl>
                                        <p:attrNameLst>
                                          <p:attrName>ppt_w</p:attrName>
                                        </p:attrNameLst>
                                      </p:cBhvr>
                                      <p:tavLst>
                                        <p:tav tm="0">
                                          <p:val>
                                            <p:fltVal val="0"/>
                                          </p:val>
                                        </p:tav>
                                        <p:tav tm="100000">
                                          <p:val>
                                            <p:strVal val="#ppt_w"/>
                                          </p:val>
                                        </p:tav>
                                      </p:tavLst>
                                    </p:anim>
                                    <p:anim calcmode="lin" valueType="num">
                                      <p:cBhvr>
                                        <p:cTn id="22" dur="500" fill="hold"/>
                                        <p:tgtEl>
                                          <p:spTgt spid="5"/>
                                        </p:tgtEl>
                                        <p:attrNameLst>
                                          <p:attrName>ppt_h</p:attrName>
                                        </p:attrNameLst>
                                      </p:cBhvr>
                                      <p:tavLst>
                                        <p:tav tm="0">
                                          <p:val>
                                            <p:strVal val="#ppt_h"/>
                                          </p:val>
                                        </p:tav>
                                        <p:tav tm="100000">
                                          <p:val>
                                            <p:strVal val="#ppt_h"/>
                                          </p:val>
                                        </p:tav>
                                      </p:tavLst>
                                    </p:anim>
                                  </p:childTnLst>
                                </p:cTn>
                              </p:par>
                            </p:childTnLst>
                          </p:cTn>
                        </p:par>
                      </p:childTnLst>
                    </p:cTn>
                  </p:par>
                  <p:par>
                    <p:cTn id="23" fill="hold">
                      <p:stCondLst>
                        <p:cond delay="indefinite"/>
                      </p:stCondLst>
                      <p:childTnLst>
                        <p:par>
                          <p:cTn id="24" fill="hold">
                            <p:stCondLst>
                              <p:cond delay="0"/>
                            </p:stCondLst>
                            <p:childTnLst>
                              <p:par>
                                <p:cTn id="25" presetID="2" presetClass="exit" presetSubtype="4" fill="hold" grpId="1" nodeType="clickEffect">
                                  <p:stCondLst>
                                    <p:cond delay="0"/>
                                  </p:stCondLst>
                                  <p:childTnLst>
                                    <p:anim calcmode="lin" valueType="num">
                                      <p:cBhvr additive="base">
                                        <p:cTn id="26" dur="500"/>
                                        <p:tgtEl>
                                          <p:spTgt spid="5"/>
                                        </p:tgtEl>
                                        <p:attrNameLst>
                                          <p:attrName>ppt_x</p:attrName>
                                        </p:attrNameLst>
                                      </p:cBhvr>
                                      <p:tavLst>
                                        <p:tav tm="0">
                                          <p:val>
                                            <p:strVal val="ppt_x"/>
                                          </p:val>
                                        </p:tav>
                                        <p:tav tm="100000">
                                          <p:val>
                                            <p:strVal val="ppt_x"/>
                                          </p:val>
                                        </p:tav>
                                      </p:tavLst>
                                    </p:anim>
                                    <p:anim calcmode="lin" valueType="num">
                                      <p:cBhvr additive="base">
                                        <p:cTn id="27" dur="500"/>
                                        <p:tgtEl>
                                          <p:spTgt spid="5"/>
                                        </p:tgtEl>
                                        <p:attrNameLst>
                                          <p:attrName>ppt_y</p:attrName>
                                        </p:attrNameLst>
                                      </p:cBhvr>
                                      <p:tavLst>
                                        <p:tav tm="0">
                                          <p:val>
                                            <p:strVal val="ppt_y"/>
                                          </p:val>
                                        </p:tav>
                                        <p:tav tm="100000">
                                          <p:val>
                                            <p:strVal val="1+ppt_h/2"/>
                                          </p:val>
                                        </p:tav>
                                      </p:tavLst>
                                    </p:anim>
                                    <p:set>
                                      <p:cBhvr>
                                        <p:cTn id="28"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5" grpId="0"/>
      <p:bldP spid="5" grpId="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8C9CAA58-C2E6-E840-772C-4DBAB0B01A1D}"/>
              </a:ext>
            </a:extLst>
          </p:cNvPr>
          <p:cNvSpPr>
            <a:spLocks noGrp="1"/>
          </p:cNvSpPr>
          <p:nvPr>
            <p:ph idx="4294967295"/>
          </p:nvPr>
        </p:nvSpPr>
        <p:spPr>
          <a:xfrm>
            <a:off x="367684" y="316420"/>
            <a:ext cx="11732580" cy="6039992"/>
          </a:xfrm>
          <a:prstGeom prst="rect">
            <a:avLst/>
          </a:prstGeom>
        </p:spPr>
        <p:txBody>
          <a:bodyPr>
            <a:normAutofit/>
          </a:bodyPr>
          <a:lstStyle/>
          <a:p>
            <a:pPr marL="0" indent="0">
              <a:buNone/>
            </a:pPr>
            <a:endParaRPr lang="fr-FR" sz="1700" dirty="0">
              <a:latin typeface="Bookman Old Style" panose="02050604050505020204" pitchFamily="18" charset="0"/>
            </a:endParaRPr>
          </a:p>
          <a:p>
            <a:endParaRPr lang="fr-FR" dirty="0"/>
          </a:p>
          <a:p>
            <a:endParaRPr lang="fr-FR" dirty="0"/>
          </a:p>
          <a:p>
            <a:endParaRPr lang="fr-FR" dirty="0"/>
          </a:p>
          <a:p>
            <a:endParaRPr lang="fr-FR" dirty="0"/>
          </a:p>
          <a:p>
            <a:endParaRPr lang="fr-FR" dirty="0"/>
          </a:p>
        </p:txBody>
      </p:sp>
      <p:sp>
        <p:nvSpPr>
          <p:cNvPr id="6" name="Espace réservé du numéro de diapositive 5">
            <a:extLst>
              <a:ext uri="{FF2B5EF4-FFF2-40B4-BE49-F238E27FC236}">
                <a16:creationId xmlns:a16="http://schemas.microsoft.com/office/drawing/2014/main" id="{B3EF0665-A71F-3C83-B67B-81EC8485D355}"/>
              </a:ext>
            </a:extLst>
          </p:cNvPr>
          <p:cNvSpPr>
            <a:spLocks noGrp="1"/>
          </p:cNvSpPr>
          <p:nvPr>
            <p:ph type="sldNum" sz="quarter" idx="12"/>
          </p:nvPr>
        </p:nvSpPr>
        <p:spPr/>
        <p:txBody>
          <a:bodyPr/>
          <a:lstStyle/>
          <a:p>
            <a:fld id="{4EFB72C0-99D3-44BB-B7E8-F5268695D5AA}" type="slidenum">
              <a:rPr lang="fr-FR" smtClean="0"/>
              <a:t>15</a:t>
            </a:fld>
            <a:endParaRPr lang="fr-FR"/>
          </a:p>
        </p:txBody>
      </p:sp>
      <p:sp>
        <p:nvSpPr>
          <p:cNvPr id="2" name="ZoneTexte 1">
            <a:extLst>
              <a:ext uri="{FF2B5EF4-FFF2-40B4-BE49-F238E27FC236}">
                <a16:creationId xmlns:a16="http://schemas.microsoft.com/office/drawing/2014/main" id="{ED27B5F2-5318-9A7C-995A-00F03313ECD0}"/>
              </a:ext>
            </a:extLst>
          </p:cNvPr>
          <p:cNvSpPr txBox="1"/>
          <p:nvPr/>
        </p:nvSpPr>
        <p:spPr>
          <a:xfrm>
            <a:off x="1226524" y="316420"/>
            <a:ext cx="10788685" cy="1169551"/>
          </a:xfrm>
          <a:prstGeom prst="rect">
            <a:avLst/>
          </a:prstGeom>
          <a:noFill/>
        </p:spPr>
        <p:txBody>
          <a:bodyPr wrap="square" rtlCol="0">
            <a:spAutoFit/>
          </a:bodyPr>
          <a:lstStyle/>
          <a:p>
            <a:r>
              <a:rPr lang="fr-FR" sz="1400" dirty="0">
                <a:latin typeface="Bookman Old Style" panose="02050604050505020204" pitchFamily="18" charset="0"/>
              </a:rPr>
              <a:t>En conclusion, la protection de l’image des forces armées camerounaises ne relève plus seulement de la communication institutionnelle classique, mais constitue désormais un </a:t>
            </a:r>
            <a:r>
              <a:rPr lang="fr-FR" sz="1400" b="1" dirty="0">
                <a:latin typeface="Bookman Old Style" panose="02050604050505020204" pitchFamily="18" charset="0"/>
              </a:rPr>
              <a:t>impératif de sécurité nationale</a:t>
            </a:r>
            <a:r>
              <a:rPr lang="fr-FR" sz="1400" dirty="0">
                <a:latin typeface="Bookman Old Style" panose="02050604050505020204" pitchFamily="18" charset="0"/>
              </a:rPr>
              <a:t> au cœur de la guerre cognitive.</a:t>
            </a:r>
          </a:p>
          <a:p>
            <a:r>
              <a:rPr lang="fr-FR" sz="1400" dirty="0">
                <a:latin typeface="Bookman Old Style" panose="02050604050505020204" pitchFamily="18" charset="0"/>
              </a:rPr>
              <a:t>L'année 2026 marque un tournant où l'image du soldat, dématérialisée et exposée aux technologies d'IA générative, est devenue un champ de bataille à part entière. Face aux menaces de déstabilisation par les </a:t>
            </a:r>
            <a:r>
              <a:rPr lang="fr-FR" sz="1400" dirty="0" err="1">
                <a:latin typeface="Bookman Old Style" panose="02050604050505020204" pitchFamily="18" charset="0"/>
              </a:rPr>
              <a:t>deepfakes</a:t>
            </a:r>
            <a:r>
              <a:rPr lang="fr-FR" sz="1400" dirty="0">
                <a:latin typeface="Bookman Old Style" panose="02050604050505020204" pitchFamily="18" charset="0"/>
              </a:rPr>
              <a:t> et les campagnes de désinformation, la réponse du Cameroun s'est structurée autour de trois axes fondamentaux :</a:t>
            </a:r>
          </a:p>
        </p:txBody>
      </p:sp>
      <p:sp>
        <p:nvSpPr>
          <p:cNvPr id="4" name="ZoneTexte 3">
            <a:extLst>
              <a:ext uri="{FF2B5EF4-FFF2-40B4-BE49-F238E27FC236}">
                <a16:creationId xmlns:a16="http://schemas.microsoft.com/office/drawing/2014/main" id="{CF858ABE-DEC4-E848-3010-58F43B9A4DE0}"/>
              </a:ext>
            </a:extLst>
          </p:cNvPr>
          <p:cNvSpPr txBox="1"/>
          <p:nvPr/>
        </p:nvSpPr>
        <p:spPr>
          <a:xfrm>
            <a:off x="1311579" y="363330"/>
            <a:ext cx="10994672" cy="1815882"/>
          </a:xfrm>
          <a:prstGeom prst="rect">
            <a:avLst/>
          </a:prstGeom>
          <a:noFill/>
        </p:spPr>
        <p:txBody>
          <a:bodyPr wrap="square" rtlCol="0">
            <a:spAutoFit/>
          </a:bodyPr>
          <a:lstStyle/>
          <a:p>
            <a:r>
              <a:rPr lang="fr-FR" sz="1400" b="1" dirty="0">
                <a:latin typeface="Bookman Old Style" panose="02050604050505020204" pitchFamily="18" charset="0"/>
              </a:rPr>
              <a:t>1- Une synergie institutionnelle robuste :</a:t>
            </a:r>
            <a:r>
              <a:rPr lang="fr-FR" sz="1400" dirty="0">
                <a:latin typeface="Bookman Old Style" panose="02050604050505020204" pitchFamily="18" charset="0"/>
              </a:rPr>
              <a:t> La collaboration entre le </a:t>
            </a:r>
            <a:r>
              <a:rPr lang="fr-FR" sz="1400" b="1" dirty="0">
                <a:latin typeface="Bookman Old Style" panose="02050604050505020204" pitchFamily="18" charset="0"/>
              </a:rPr>
              <a:t>MINDEF</a:t>
            </a:r>
            <a:r>
              <a:rPr lang="fr-FR" sz="1400" dirty="0">
                <a:latin typeface="Bookman Old Style" panose="02050604050505020204" pitchFamily="18" charset="0"/>
              </a:rPr>
              <a:t> (pour la discipline et la riposte opérationnelle) et l’</a:t>
            </a:r>
            <a:r>
              <a:rPr lang="fr-FR" sz="1400" b="1" dirty="0">
                <a:latin typeface="Bookman Old Style" panose="02050604050505020204" pitchFamily="18" charset="0"/>
              </a:rPr>
              <a:t>ANTIC</a:t>
            </a:r>
            <a:r>
              <a:rPr lang="fr-FR" sz="1400" dirty="0">
                <a:latin typeface="Bookman Old Style" panose="02050604050505020204" pitchFamily="18" charset="0"/>
              </a:rPr>
              <a:t> (pour l’expertise technique et la certification) permet de créer un bouclier numérique cohérent.</a:t>
            </a:r>
          </a:p>
          <a:p>
            <a:r>
              <a:rPr lang="fr-FR" sz="1400" b="1" dirty="0">
                <a:latin typeface="Bookman Old Style" panose="02050604050505020204" pitchFamily="18" charset="0"/>
              </a:rPr>
              <a:t> 2- L'affirmation de la souveraineté numérique :</a:t>
            </a:r>
            <a:r>
              <a:rPr lang="fr-FR" sz="1400" dirty="0">
                <a:latin typeface="Bookman Old Style" panose="02050604050505020204" pitchFamily="18" charset="0"/>
              </a:rPr>
              <a:t> Par la sécurisation de ses infrastructures (Data Centers nationaux, DNSSEC) et le renforcement de son cadre légal, le Cameroun réduit sa dépendance aux outils étrangers et affirme son autorité sur son cyberespace.</a:t>
            </a:r>
          </a:p>
          <a:p>
            <a:r>
              <a:rPr lang="fr-FR" sz="1400" b="1" dirty="0">
                <a:latin typeface="Bookman Old Style" panose="02050604050505020204" pitchFamily="18" charset="0"/>
              </a:rPr>
              <a:t> 3- Le primat du facteur humain :</a:t>
            </a:r>
            <a:r>
              <a:rPr lang="fr-FR" sz="1400" dirty="0">
                <a:latin typeface="Bookman Old Style" panose="02050604050505020204" pitchFamily="18" charset="0"/>
              </a:rPr>
              <a:t> Malgré la sophistication des outils techniques, la résilience repose in fine sur le soldat et le citoyen. La stratégie de </a:t>
            </a:r>
            <a:r>
              <a:rPr lang="fr-FR" sz="1400" b="1" dirty="0" err="1">
                <a:latin typeface="Bookman Old Style" panose="02050604050505020204" pitchFamily="18" charset="0"/>
              </a:rPr>
              <a:t>pre-bunking</a:t>
            </a:r>
            <a:r>
              <a:rPr lang="fr-FR" sz="1400" dirty="0">
                <a:latin typeface="Bookman Old Style" panose="02050604050505020204" pitchFamily="18" charset="0"/>
              </a:rPr>
              <a:t> et </a:t>
            </a:r>
            <a:r>
              <a:rPr lang="fr-FR" altLang="fr-FR" sz="1400" dirty="0">
                <a:solidFill>
                  <a:srgbClr val="0A0A0A"/>
                </a:solidFill>
                <a:latin typeface="Bookman Old Style" panose="02050604050505020204" pitchFamily="18" charset="0"/>
              </a:rPr>
              <a:t>la formation continue transforme chaque acteur en un rempart contre la manipulation</a:t>
            </a:r>
          </a:p>
        </p:txBody>
      </p:sp>
      <p:sp>
        <p:nvSpPr>
          <p:cNvPr id="7" name="ZoneTexte 6">
            <a:extLst>
              <a:ext uri="{FF2B5EF4-FFF2-40B4-BE49-F238E27FC236}">
                <a16:creationId xmlns:a16="http://schemas.microsoft.com/office/drawing/2014/main" id="{C5E6A15A-DDEE-821C-E455-3E3213275CB2}"/>
              </a:ext>
            </a:extLst>
          </p:cNvPr>
          <p:cNvSpPr txBox="1"/>
          <p:nvPr/>
        </p:nvSpPr>
        <p:spPr>
          <a:xfrm>
            <a:off x="1105590" y="564129"/>
            <a:ext cx="10994674" cy="1661993"/>
          </a:xfrm>
          <a:prstGeom prst="rect">
            <a:avLst/>
          </a:prstGeom>
          <a:noFill/>
        </p:spPr>
        <p:txBody>
          <a:bodyPr wrap="square" rtlCol="0">
            <a:spAutoFit/>
          </a:bodyPr>
          <a:lstStyle/>
          <a:p>
            <a:r>
              <a:rPr lang="fr-FR" altLang="fr-FR" sz="1400" b="1" dirty="0">
                <a:solidFill>
                  <a:srgbClr val="0A0A0A"/>
                </a:solidFill>
                <a:latin typeface="Bookman Old Style" panose="02050604050505020204" pitchFamily="18" charset="0"/>
              </a:rPr>
              <a:t>Perspective :</a:t>
            </a:r>
            <a:br>
              <a:rPr lang="fr-FR" altLang="fr-FR" sz="1400" dirty="0">
                <a:solidFill>
                  <a:srgbClr val="0A0A0A"/>
                </a:solidFill>
                <a:latin typeface="Bookman Old Style" panose="02050604050505020204" pitchFamily="18" charset="0"/>
              </a:rPr>
            </a:br>
            <a:r>
              <a:rPr lang="fr-FR" altLang="fr-FR" sz="1400" dirty="0">
                <a:solidFill>
                  <a:srgbClr val="0A0A0A"/>
                </a:solidFill>
                <a:latin typeface="Bookman Old Style" panose="02050604050505020204" pitchFamily="18" charset="0"/>
              </a:rPr>
              <a:t>L’enjeu futur ne sera pas seulement de détecter le faux, mais d’imposer une </a:t>
            </a:r>
            <a:r>
              <a:rPr lang="fr-FR" altLang="fr-FR" sz="1400" b="1" dirty="0">
                <a:solidFill>
                  <a:srgbClr val="0A0A0A"/>
                </a:solidFill>
                <a:latin typeface="Bookman Old Style" panose="02050604050505020204" pitchFamily="18" charset="0"/>
              </a:rPr>
              <a:t>vérité certifiée</a:t>
            </a:r>
            <a:r>
              <a:rPr lang="fr-FR" altLang="fr-FR" sz="1400" dirty="0">
                <a:solidFill>
                  <a:srgbClr val="0A0A0A"/>
                </a:solidFill>
                <a:latin typeface="Bookman Old Style" panose="02050604050505020204" pitchFamily="18" charset="0"/>
              </a:rPr>
              <a:t> dans un environnement numérique saturé. Dans cette quête de cyber-résilience, le défi technologique de l'obsolescence restera permanent. La capacité des forces de défense à maintenir ce lien de confiance avec la nation dépendra de leur agilité à innover, tant sur le plan technique qu'éthique, pour que l'image de l'armée reste le reflet fidèle de son engagement et de son intégrité au service de la République.</a:t>
            </a:r>
          </a:p>
          <a:p>
            <a:endParaRPr lang="fr-FR" dirty="0">
              <a:latin typeface="Bookman Old Style" panose="02050604050505020204" pitchFamily="18" charset="0"/>
            </a:endParaRPr>
          </a:p>
        </p:txBody>
      </p:sp>
    </p:spTree>
    <p:extLst>
      <p:ext uri="{BB962C8B-B14F-4D97-AF65-F5344CB8AC3E}">
        <p14:creationId xmlns:p14="http://schemas.microsoft.com/office/powerpoint/2010/main" val="1341829269"/>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grpId="1" nodeType="clickEffect">
                                  <p:stCondLst>
                                    <p:cond delay="0"/>
                                  </p:stCondLst>
                                  <p:childTnLst>
                                    <p:anim calcmode="lin" valueType="num">
                                      <p:cBhvr additive="base">
                                        <p:cTn id="12" dur="500"/>
                                        <p:tgtEl>
                                          <p:spTgt spid="2"/>
                                        </p:tgtEl>
                                        <p:attrNameLst>
                                          <p:attrName>ppt_x</p:attrName>
                                        </p:attrNameLst>
                                      </p:cBhvr>
                                      <p:tavLst>
                                        <p:tav tm="0">
                                          <p:val>
                                            <p:strVal val="ppt_x"/>
                                          </p:val>
                                        </p:tav>
                                        <p:tav tm="100000">
                                          <p:val>
                                            <p:strVal val="ppt_x"/>
                                          </p:val>
                                        </p:tav>
                                      </p:tavLst>
                                    </p:anim>
                                    <p:anim calcmode="lin" valueType="num">
                                      <p:cBhvr additive="base">
                                        <p:cTn id="13" dur="500"/>
                                        <p:tgtEl>
                                          <p:spTgt spid="2"/>
                                        </p:tgtEl>
                                        <p:attrNameLst>
                                          <p:attrName>ppt_y</p:attrName>
                                        </p:attrNameLst>
                                      </p:cBhvr>
                                      <p:tavLst>
                                        <p:tav tm="0">
                                          <p:val>
                                            <p:strVal val="ppt_y"/>
                                          </p:val>
                                        </p:tav>
                                        <p:tav tm="100000">
                                          <p:val>
                                            <p:strVal val="1+ppt_h/2"/>
                                          </p:val>
                                        </p:tav>
                                      </p:tavLst>
                                    </p:anim>
                                    <p:set>
                                      <p:cBhvr>
                                        <p:cTn id="14" dur="1" fill="hold">
                                          <p:stCondLst>
                                            <p:cond delay="499"/>
                                          </p:stCondLst>
                                        </p:cTn>
                                        <p:tgtEl>
                                          <p:spTgt spid="2"/>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7" presetClass="entr" presetSubtype="1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p:cTn id="19" dur="500" fill="hold"/>
                                        <p:tgtEl>
                                          <p:spTgt spid="4"/>
                                        </p:tgtEl>
                                        <p:attrNameLst>
                                          <p:attrName>ppt_w</p:attrName>
                                        </p:attrNameLst>
                                      </p:cBhvr>
                                      <p:tavLst>
                                        <p:tav tm="0">
                                          <p:val>
                                            <p:fltVal val="0"/>
                                          </p:val>
                                        </p:tav>
                                        <p:tav tm="100000">
                                          <p:val>
                                            <p:strVal val="#ppt_w"/>
                                          </p:val>
                                        </p:tav>
                                      </p:tavLst>
                                    </p:anim>
                                    <p:anim calcmode="lin" valueType="num">
                                      <p:cBhvr>
                                        <p:cTn id="20" dur="500" fill="hold"/>
                                        <p:tgtEl>
                                          <p:spTgt spid="4"/>
                                        </p:tgtEl>
                                        <p:attrNameLst>
                                          <p:attrName>ppt_h</p:attrName>
                                        </p:attrNameLst>
                                      </p:cBhvr>
                                      <p:tavLst>
                                        <p:tav tm="0">
                                          <p:val>
                                            <p:strVal val="#ppt_h"/>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2" presetClass="exit" presetSubtype="4" fill="hold" grpId="1" nodeType="clickEffect">
                                  <p:stCondLst>
                                    <p:cond delay="0"/>
                                  </p:stCondLst>
                                  <p:childTnLst>
                                    <p:anim calcmode="lin" valueType="num">
                                      <p:cBhvr additive="base">
                                        <p:cTn id="24" dur="500"/>
                                        <p:tgtEl>
                                          <p:spTgt spid="4"/>
                                        </p:tgtEl>
                                        <p:attrNameLst>
                                          <p:attrName>ppt_x</p:attrName>
                                        </p:attrNameLst>
                                      </p:cBhvr>
                                      <p:tavLst>
                                        <p:tav tm="0">
                                          <p:val>
                                            <p:strVal val="ppt_x"/>
                                          </p:val>
                                        </p:tav>
                                        <p:tav tm="100000">
                                          <p:val>
                                            <p:strVal val="ppt_x"/>
                                          </p:val>
                                        </p:tav>
                                      </p:tavLst>
                                    </p:anim>
                                    <p:anim calcmode="lin" valueType="num">
                                      <p:cBhvr additive="base">
                                        <p:cTn id="25" dur="500"/>
                                        <p:tgtEl>
                                          <p:spTgt spid="4"/>
                                        </p:tgtEl>
                                        <p:attrNameLst>
                                          <p:attrName>ppt_y</p:attrName>
                                        </p:attrNameLst>
                                      </p:cBhvr>
                                      <p:tavLst>
                                        <p:tav tm="0">
                                          <p:val>
                                            <p:strVal val="ppt_y"/>
                                          </p:val>
                                        </p:tav>
                                        <p:tav tm="100000">
                                          <p:val>
                                            <p:strVal val="1+ppt_h/2"/>
                                          </p:val>
                                        </p:tav>
                                      </p:tavLst>
                                    </p:anim>
                                    <p:set>
                                      <p:cBhvr>
                                        <p:cTn id="26" dur="1" fill="hold">
                                          <p:stCondLst>
                                            <p:cond delay="499"/>
                                          </p:stCondLst>
                                        </p:cTn>
                                        <p:tgtEl>
                                          <p:spTgt spid="4"/>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7" presetClass="entr" presetSubtype="1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p:cTn id="31" dur="500" fill="hold"/>
                                        <p:tgtEl>
                                          <p:spTgt spid="7"/>
                                        </p:tgtEl>
                                        <p:attrNameLst>
                                          <p:attrName>ppt_w</p:attrName>
                                        </p:attrNameLst>
                                      </p:cBhvr>
                                      <p:tavLst>
                                        <p:tav tm="0">
                                          <p:val>
                                            <p:fltVal val="0"/>
                                          </p:val>
                                        </p:tav>
                                        <p:tav tm="100000">
                                          <p:val>
                                            <p:strVal val="#ppt_w"/>
                                          </p:val>
                                        </p:tav>
                                      </p:tavLst>
                                    </p:anim>
                                    <p:anim calcmode="lin" valueType="num">
                                      <p:cBhvr>
                                        <p:cTn id="32" dur="500" fill="hold"/>
                                        <p:tgtEl>
                                          <p:spTgt spid="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4" grpId="0"/>
      <p:bldP spid="4" grpId="1"/>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91B267D4-4220-F9C2-1084-AB6A561A62EF}"/>
              </a:ext>
            </a:extLst>
          </p:cNvPr>
          <p:cNvSpPr>
            <a:spLocks noGrp="1"/>
          </p:cNvSpPr>
          <p:nvPr>
            <p:ph idx="4294967295"/>
          </p:nvPr>
        </p:nvSpPr>
        <p:spPr>
          <a:xfrm>
            <a:off x="2253818" y="593167"/>
            <a:ext cx="7684363" cy="392602"/>
          </a:xfrm>
          <a:prstGeom prst="rect">
            <a:avLst/>
          </a:prstGeom>
        </p:spPr>
        <p:txBody>
          <a:bodyPr>
            <a:normAutofit lnSpcReduction="10000"/>
          </a:bodyPr>
          <a:lstStyle/>
          <a:p>
            <a:pPr marL="0" indent="0" algn="ctr">
              <a:buNone/>
            </a:pPr>
            <a:r>
              <a:rPr lang="fr-FR" sz="2000" dirty="0">
                <a:latin typeface="Bookman Old Style" panose="02050604050505020204" pitchFamily="18" charset="0"/>
              </a:rPr>
              <a:t>JE VOUS REMERCIE</a:t>
            </a:r>
          </a:p>
        </p:txBody>
      </p:sp>
      <p:pic>
        <p:nvPicPr>
          <p:cNvPr id="4" name="Image 3">
            <a:extLst>
              <a:ext uri="{FF2B5EF4-FFF2-40B4-BE49-F238E27FC236}">
                <a16:creationId xmlns:a16="http://schemas.microsoft.com/office/drawing/2014/main" id="{E1B74E2E-196C-0197-A06A-C147EFCD98A3}"/>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2829018" y="1987334"/>
            <a:ext cx="6288349" cy="4110361"/>
          </a:xfrm>
          <a:prstGeom prst="rect">
            <a:avLst/>
          </a:prstGeom>
        </p:spPr>
      </p:pic>
      <p:sp>
        <p:nvSpPr>
          <p:cNvPr id="6" name="Espace réservé du numéro de diapositive 5">
            <a:extLst>
              <a:ext uri="{FF2B5EF4-FFF2-40B4-BE49-F238E27FC236}">
                <a16:creationId xmlns:a16="http://schemas.microsoft.com/office/drawing/2014/main" id="{A8CD07B9-9362-E1EA-EDAE-2DBE070B3D0E}"/>
              </a:ext>
            </a:extLst>
          </p:cNvPr>
          <p:cNvSpPr>
            <a:spLocks noGrp="1"/>
          </p:cNvSpPr>
          <p:nvPr>
            <p:ph type="sldNum" sz="quarter" idx="12"/>
          </p:nvPr>
        </p:nvSpPr>
        <p:spPr/>
        <p:txBody>
          <a:bodyPr/>
          <a:lstStyle/>
          <a:p>
            <a:fld id="{4EFB72C0-99D3-44BB-B7E8-F5268695D5AA}" type="slidenum">
              <a:rPr lang="fr-FR" smtClean="0"/>
              <a:t>16</a:t>
            </a:fld>
            <a:endParaRPr lang="fr-FR"/>
          </a:p>
        </p:txBody>
      </p:sp>
    </p:spTree>
    <p:extLst>
      <p:ext uri="{BB962C8B-B14F-4D97-AF65-F5344CB8AC3E}">
        <p14:creationId xmlns:p14="http://schemas.microsoft.com/office/powerpoint/2010/main" val="115168689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strVal val="#ppt_h"/>
                                          </p:val>
                                        </p:tav>
                                        <p:tav tm="100000">
                                          <p:val>
                                            <p:strVal val="#ppt_h"/>
                                          </p:val>
                                        </p:tav>
                                      </p:tavLst>
                                    </p:anim>
                                  </p:childTnLst>
                                </p:cTn>
                              </p:par>
                              <p:par>
                                <p:cTn id="9" presetID="17" presetClass="entr" presetSubtype="1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p:cTn id="11" dur="500" fill="hold"/>
                                        <p:tgtEl>
                                          <p:spTgt spid="4"/>
                                        </p:tgtEl>
                                        <p:attrNameLst>
                                          <p:attrName>ppt_w</p:attrName>
                                        </p:attrNameLst>
                                      </p:cBhvr>
                                      <p:tavLst>
                                        <p:tav tm="0">
                                          <p:val>
                                            <p:fltVal val="0"/>
                                          </p:val>
                                        </p:tav>
                                        <p:tav tm="100000">
                                          <p:val>
                                            <p:strVal val="#ppt_w"/>
                                          </p:val>
                                        </p:tav>
                                      </p:tavLst>
                                    </p:anim>
                                    <p:anim calcmode="lin" valueType="num">
                                      <p:cBhvr>
                                        <p:cTn id="12" dur="5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Brin">
  <a:themeElements>
    <a:clrScheme name="Brin">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Brin">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rin">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2535</TotalTime>
  <Words>5629</Words>
  <Application>Microsoft Office PowerPoint</Application>
  <PresentationFormat>Grand écran</PresentationFormat>
  <Paragraphs>400</Paragraphs>
  <Slides>16</Slides>
  <Notes>13</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16</vt:i4>
      </vt:variant>
    </vt:vector>
  </HeadingPairs>
  <TitlesOfParts>
    <vt:vector size="24" baseType="lpstr">
      <vt:lpstr>Arial</vt:lpstr>
      <vt:lpstr>Bookman Old Style</vt:lpstr>
      <vt:lpstr>Calibri</vt:lpstr>
      <vt:lpstr>Century Gothic</vt:lpstr>
      <vt:lpstr>Google Sans</vt:lpstr>
      <vt:lpstr>Wingdings</vt:lpstr>
      <vt:lpstr>Wingdings 3</vt:lpstr>
      <vt:lpstr>Brin</vt:lpstr>
      <vt:lpstr>EXPOSE N°1</vt:lpstr>
      <vt:lpstr>Présentation PowerPoint</vt:lpstr>
      <vt:lpstr>Partie I :     I. La désinformation et les "Fake News En 2026, la lutte passe par plusieurs leviers : Le phénomène a pris une nouvelle dimension avec l'évolution technologique.  1- pourquoi est-ce un sujet majeur en 2026 ?  </vt:lpstr>
      <vt:lpstr>Partie I: II. L'usurpation d'identité et le piratage: 2. Comment se protéger face à l'usurpation ? </vt:lpstr>
      <vt:lpstr>Partie I : III- 2 La protection d'image : une défense "neuro-cognitive"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'd'd'd'd'd'd'd'd'd'd</dc:creator>
  <cp:lastModifiedBy>'d'd'd'd'd'd'd'd'd'd</cp:lastModifiedBy>
  <cp:revision>383</cp:revision>
  <dcterms:created xsi:type="dcterms:W3CDTF">2026-01-12T10:10:04Z</dcterms:created>
  <dcterms:modified xsi:type="dcterms:W3CDTF">2026-01-26T08:43:48Z</dcterms:modified>
</cp:coreProperties>
</file>